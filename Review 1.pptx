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5" r:id="rId6"/>
    <p:sldId id="305" r:id="rId7"/>
    <p:sldId id="291" r:id="rId8"/>
    <p:sldId id="307" r:id="rId9"/>
    <p:sldId id="292" r:id="rId10"/>
    <p:sldId id="308" r:id="rId11"/>
    <p:sldId id="297" r:id="rId12"/>
    <p:sldId id="300" r:id="rId13"/>
    <p:sldId id="302" r:id="rId14"/>
    <p:sldId id="303" r:id="rId15"/>
  </p:sldIdLst>
  <p:sldSz cx="9144000" cy="5143500"/>
  <p:notesSz cx="6858000" cy="9144000"/>
  <p:embeddedFontLst>
    <p:embeddedFont>
      <p:font typeface="Algerian" panose="04020705040A02060702" charset="0"/>
      <p:regular r:id="rId19"/>
    </p:embeddedFont>
    <p:embeddedFont>
      <p:font typeface="Comic Sans MS" panose="030F0702030302020204" charset="0"/>
      <p:regular r:id="rId20"/>
      <p:bold r:id="rId21"/>
      <p:italic r:id="rId22"/>
      <p:boldItalic r:id="rId23"/>
    </p:embeddedFont>
    <p:embeddedFont>
      <p:font typeface="Merriweather" panose="00000500000000000000"/>
      <p:regular r:id="rId24"/>
      <p:bold r:id="rId25"/>
      <p:italic r:id="rId26"/>
      <p:boldItalic r:id="rId27"/>
    </p:embeddedFont>
    <p:embeddedFont>
      <p:font typeface="Cambria Math" panose="02040503050406030204"/>
      <p:regular r:id="rId28"/>
    </p:embeddedFont>
    <p:embeddedFont>
      <p:font typeface="Algerian" panose="04020705040A02060702"/>
      <p:regular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A4A3A4"/>
          </p15:clr>
        </p15:guide>
        <p15:guide id="2" pos="287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71"/>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font" Target="fonts/font11.fntdata"/><Relationship Id="rId28" Type="http://schemas.openxmlformats.org/officeDocument/2006/relationships/font" Target="fonts/font10.fntdata"/><Relationship Id="rId27" Type="http://schemas.openxmlformats.org/officeDocument/2006/relationships/font" Target="fonts/font9.fntdata"/><Relationship Id="rId26" Type="http://schemas.openxmlformats.org/officeDocument/2006/relationships/font" Target="fonts/font8.fntdata"/><Relationship Id="rId25" Type="http://schemas.openxmlformats.org/officeDocument/2006/relationships/font" Target="fonts/font7.fntdata"/><Relationship Id="rId24" Type="http://schemas.openxmlformats.org/officeDocument/2006/relationships/font" Target="fonts/font6.fntdata"/><Relationship Id="rId23" Type="http://schemas.openxmlformats.org/officeDocument/2006/relationships/font" Target="fonts/font5.fntdata"/><Relationship Id="rId22" Type="http://schemas.openxmlformats.org/officeDocument/2006/relationships/font" Target="fonts/font4.fntdata"/><Relationship Id="rId21" Type="http://schemas.openxmlformats.org/officeDocument/2006/relationships/font" Target="fonts/font3.fntdata"/><Relationship Id="rId20" Type="http://schemas.openxmlformats.org/officeDocument/2006/relationships/font" Target="fonts/font2.fntdata"/><Relationship Id="rId2" Type="http://schemas.openxmlformats.org/officeDocument/2006/relationships/theme" Target="theme/theme1.xml"/><Relationship Id="rId19" Type="http://schemas.openxmlformats.org/officeDocument/2006/relationships/font" Target="fonts/font1.fntdata"/><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Титульный слайд">
  <p:cSld name="TITLE">
    <p:bg>
      <p:bgPr>
        <a:blipFill>
          <a:blip r:embed="rId2"/>
          <a:stretch>
            <a:fillRect/>
          </a:stretch>
        </a:blipFill>
        <a:effectLst/>
      </p:bgPr>
    </p:bg>
    <p:spTree>
      <p:nvGrpSpPr>
        <p:cNvPr id="8" name="Shape 8"/>
        <p:cNvGrpSpPr/>
        <p:nvPr/>
      </p:nvGrpSpPr>
      <p:grpSpPr>
        <a:xfrm>
          <a:off x="0" y="0"/>
          <a:ext cx="0" cy="0"/>
          <a:chOff x="0" y="0"/>
          <a:chExt cx="0" cy="0"/>
        </a:xfrm>
      </p:grpSpPr>
      <p:sp>
        <p:nvSpPr>
          <p:cNvPr id="9" name="Google Shape;9;p2"/>
          <p:cNvSpPr txBox="1"/>
          <p:nvPr>
            <p:ph type="ctrTitle"/>
          </p:nvPr>
        </p:nvSpPr>
        <p:spPr>
          <a:xfrm>
            <a:off x="179388" y="1924050"/>
            <a:ext cx="4176600" cy="670200"/>
          </a:xfrm>
          <a:prstGeom prst="rect">
            <a:avLst/>
          </a:prstGeom>
          <a:noFill/>
          <a:ln>
            <a:noFill/>
          </a:ln>
          <a:effectLst>
            <a:outerShdw dist="17961" dir="2700000" algn="ctr" rotWithShape="0">
              <a:schemeClr val="lt2"/>
            </a:outerShdw>
          </a:effectLst>
        </p:spPr>
        <p:txBody>
          <a:bodyPr spcFirstLastPara="1" wrap="square" lIns="91425" tIns="45700" rIns="91425" bIns="45700" anchor="ctr"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 name="Google Shape;10;p2"/>
          <p:cNvSpPr txBox="1"/>
          <p:nvPr>
            <p:ph type="subTitle" idx="1"/>
          </p:nvPr>
        </p:nvSpPr>
        <p:spPr>
          <a:xfrm>
            <a:off x="179388" y="2518172"/>
            <a:ext cx="4176600" cy="377400"/>
          </a:xfrm>
          <a:prstGeom prst="rect">
            <a:avLst/>
          </a:prstGeom>
          <a:noFill/>
          <a:ln>
            <a:noFill/>
          </a:ln>
          <a:effectLst>
            <a:outerShdw dist="17961" dir="2700000" algn="ctr" rotWithShape="0">
              <a:schemeClr val="lt2"/>
            </a:outerShdw>
          </a:effectLst>
        </p:spPr>
        <p:txBody>
          <a:bodyPr spcFirstLastPara="1" wrap="square" lIns="91425" tIns="45700" rIns="91425" bIns="45700" anchor="t" anchorCtr="0">
            <a:noAutofit/>
          </a:bodyPr>
          <a:lstStyle>
            <a:lvl1pPr lvl="0" algn="l">
              <a:spcBef>
                <a:spcPts val="400"/>
              </a:spcBef>
              <a:spcAft>
                <a:spcPts val="0"/>
              </a:spcAft>
              <a:buClr>
                <a:schemeClr val="lt1"/>
              </a:buClr>
              <a:buSzPts val="2000"/>
              <a:buFont typeface="Arial" panose="020B0604020202020204"/>
              <a:buNone/>
              <a:defRPr sz="2000" b="1"/>
            </a:lvl1pPr>
            <a:lvl2pPr lvl="1" algn="l">
              <a:spcBef>
                <a:spcPts val="360"/>
              </a:spcBef>
              <a:spcAft>
                <a:spcPts val="0"/>
              </a:spcAft>
              <a:buClr>
                <a:schemeClr val="lt1"/>
              </a:buClr>
              <a:buSzPts val="1800"/>
              <a:buChar char="–"/>
              <a:defRPr/>
            </a:lvl2pPr>
            <a:lvl3pPr lvl="2" algn="l">
              <a:spcBef>
                <a:spcPts val="360"/>
              </a:spcBef>
              <a:spcAft>
                <a:spcPts val="0"/>
              </a:spcAft>
              <a:buClr>
                <a:schemeClr val="lt1"/>
              </a:buClr>
              <a:buSzPts val="1800"/>
              <a:buChar char="•"/>
              <a:defRPr/>
            </a:lvl3pPr>
            <a:lvl4pPr lvl="3" algn="l">
              <a:spcBef>
                <a:spcPts val="360"/>
              </a:spcBef>
              <a:spcAft>
                <a:spcPts val="0"/>
              </a:spcAft>
              <a:buClr>
                <a:schemeClr val="lt1"/>
              </a:buClr>
              <a:buSzPts val="1800"/>
              <a:buChar char="–"/>
              <a:defRPr/>
            </a:lvl4pPr>
            <a:lvl5pPr lvl="4" algn="l">
              <a:spcBef>
                <a:spcPts val="360"/>
              </a:spcBef>
              <a:spcAft>
                <a:spcPts val="0"/>
              </a:spcAft>
              <a:buClr>
                <a:schemeClr val="lt1"/>
              </a:buClr>
              <a:buSzPts val="1800"/>
              <a:buChar char="»"/>
              <a:defRPr/>
            </a:lvl5pPr>
            <a:lvl6pPr lvl="5" algn="l">
              <a:spcBef>
                <a:spcPts val="360"/>
              </a:spcBef>
              <a:spcAft>
                <a:spcPts val="0"/>
              </a:spcAft>
              <a:buClr>
                <a:schemeClr val="lt1"/>
              </a:buClr>
              <a:buSzPts val="1800"/>
              <a:buChar char="»"/>
              <a:defRPr/>
            </a:lvl6pPr>
            <a:lvl7pPr lvl="6" algn="l">
              <a:spcBef>
                <a:spcPts val="360"/>
              </a:spcBef>
              <a:spcAft>
                <a:spcPts val="0"/>
              </a:spcAft>
              <a:buClr>
                <a:schemeClr val="lt1"/>
              </a:buClr>
              <a:buSzPts val="1800"/>
              <a:buChar char="»"/>
              <a:defRPr/>
            </a:lvl7pPr>
            <a:lvl8pPr lvl="7" algn="l">
              <a:spcBef>
                <a:spcPts val="360"/>
              </a:spcBef>
              <a:spcAft>
                <a:spcPts val="0"/>
              </a:spcAft>
              <a:buClr>
                <a:schemeClr val="lt1"/>
              </a:buClr>
              <a:buSzPts val="1800"/>
              <a:buChar char="»"/>
              <a:defRPr/>
            </a:lvl8pPr>
            <a:lvl9pPr lvl="8" algn="l">
              <a:spcBef>
                <a:spcPts val="360"/>
              </a:spcBef>
              <a:spcAft>
                <a:spcPts val="0"/>
              </a:spcAft>
              <a:buClr>
                <a:schemeClr val="lt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Заголовок и объект">
  <p:cSld name="OBJECT">
    <p:spTree>
      <p:nvGrpSpPr>
        <p:cNvPr id="11" name="Shape 11"/>
        <p:cNvGrpSpPr/>
        <p:nvPr/>
      </p:nvGrpSpPr>
      <p:grpSpPr>
        <a:xfrm>
          <a:off x="0" y="0"/>
          <a:ext cx="0" cy="0"/>
          <a:chOff x="0" y="0"/>
          <a:chExt cx="0" cy="0"/>
        </a:xfrm>
      </p:grpSpPr>
      <p:sp>
        <p:nvSpPr>
          <p:cNvPr id="12" name="Google Shape;12;p3"/>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Заголовок раздела">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722313" y="3305175"/>
            <a:ext cx="7772400" cy="1021500"/>
          </a:xfrm>
          <a:prstGeom prst="rect">
            <a:avLst/>
          </a:prstGeom>
          <a:noFill/>
          <a:ln>
            <a:noFill/>
          </a:ln>
          <a:effectLst>
            <a:outerShdw dist="17961" dir="2700000" algn="ctr" rotWithShape="0">
              <a:schemeClr val="lt1"/>
            </a:outerShdw>
          </a:effectLst>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
          <p:cNvSpPr txBox="1"/>
          <p:nvPr>
            <p:ph type="body" idx="1"/>
          </p:nvPr>
        </p:nvSpPr>
        <p:spPr>
          <a:xfrm>
            <a:off x="722313" y="2180035"/>
            <a:ext cx="7772400" cy="1125000"/>
          </a:xfrm>
          <a:prstGeom prst="rect">
            <a:avLst/>
          </a:prstGeom>
          <a:noFill/>
          <a:ln>
            <a:noFill/>
          </a:ln>
        </p:spPr>
        <p:txBody>
          <a:bodyPr spcFirstLastPara="1" wrap="square" lIns="91425" tIns="45700" rIns="91425" bIns="45700" anchor="b" anchorCtr="0">
            <a:noAutofit/>
          </a:bodyPr>
          <a:lstStyle>
            <a:lvl1pPr marL="457200" lvl="0" indent="-228600" algn="l">
              <a:spcBef>
                <a:spcPts val="400"/>
              </a:spcBef>
              <a:spcAft>
                <a:spcPts val="0"/>
              </a:spcAft>
              <a:buClr>
                <a:schemeClr val="lt1"/>
              </a:buClr>
              <a:buSzPts val="2000"/>
              <a:buFont typeface="Arial" panose="020B0604020202020204"/>
              <a:buNone/>
              <a:defRPr sz="2000"/>
            </a:lvl1pPr>
            <a:lvl2pPr marL="914400" lvl="1" indent="-228600" algn="l">
              <a:spcBef>
                <a:spcPts val="360"/>
              </a:spcBef>
              <a:spcAft>
                <a:spcPts val="0"/>
              </a:spcAft>
              <a:buClr>
                <a:schemeClr val="lt1"/>
              </a:buClr>
              <a:buSzPts val="1800"/>
              <a:buFont typeface="Arial" panose="020B0604020202020204"/>
              <a:buNone/>
              <a:defRPr sz="1800"/>
            </a:lvl2pPr>
            <a:lvl3pPr marL="1371600" lvl="2" indent="-228600" algn="l">
              <a:spcBef>
                <a:spcPts val="320"/>
              </a:spcBef>
              <a:spcAft>
                <a:spcPts val="0"/>
              </a:spcAft>
              <a:buClr>
                <a:schemeClr val="lt1"/>
              </a:buClr>
              <a:buSzPts val="1600"/>
              <a:buFont typeface="Arial" panose="020B0604020202020204"/>
              <a:buNone/>
              <a:defRPr sz="1600"/>
            </a:lvl3pPr>
            <a:lvl4pPr marL="1828800" lvl="3" indent="-228600" algn="l">
              <a:spcBef>
                <a:spcPts val="280"/>
              </a:spcBef>
              <a:spcAft>
                <a:spcPts val="0"/>
              </a:spcAft>
              <a:buClr>
                <a:schemeClr val="lt1"/>
              </a:buClr>
              <a:buSzPts val="1400"/>
              <a:buFont typeface="Arial" panose="020B0604020202020204"/>
              <a:buNone/>
              <a:defRPr sz="1400"/>
            </a:lvl4pPr>
            <a:lvl5pPr marL="2286000" lvl="4" indent="-228600" algn="l">
              <a:spcBef>
                <a:spcPts val="280"/>
              </a:spcBef>
              <a:spcAft>
                <a:spcPts val="0"/>
              </a:spcAft>
              <a:buClr>
                <a:schemeClr val="lt1"/>
              </a:buClr>
              <a:buSzPts val="1400"/>
              <a:buFont typeface="Arial" panose="020B0604020202020204"/>
              <a:buNone/>
              <a:defRPr sz="1400"/>
            </a:lvl5pPr>
            <a:lvl6pPr marL="2743200" lvl="5" indent="-228600" algn="l">
              <a:spcBef>
                <a:spcPts val="280"/>
              </a:spcBef>
              <a:spcAft>
                <a:spcPts val="0"/>
              </a:spcAft>
              <a:buClr>
                <a:schemeClr val="lt1"/>
              </a:buClr>
              <a:buSzPts val="1400"/>
              <a:buFont typeface="Arial" panose="020B0604020202020204"/>
              <a:buNone/>
              <a:defRPr sz="1400"/>
            </a:lvl6pPr>
            <a:lvl7pPr marL="3200400" lvl="6" indent="-228600" algn="l">
              <a:spcBef>
                <a:spcPts val="280"/>
              </a:spcBef>
              <a:spcAft>
                <a:spcPts val="0"/>
              </a:spcAft>
              <a:buClr>
                <a:schemeClr val="lt1"/>
              </a:buClr>
              <a:buSzPts val="1400"/>
              <a:buFont typeface="Arial" panose="020B0604020202020204"/>
              <a:buNone/>
              <a:defRPr sz="1400"/>
            </a:lvl7pPr>
            <a:lvl8pPr marL="3657600" lvl="7" indent="-228600" algn="l">
              <a:spcBef>
                <a:spcPts val="280"/>
              </a:spcBef>
              <a:spcAft>
                <a:spcPts val="0"/>
              </a:spcAft>
              <a:buClr>
                <a:schemeClr val="lt1"/>
              </a:buClr>
              <a:buSzPts val="1400"/>
              <a:buFont typeface="Arial" panose="020B0604020202020204"/>
              <a:buNone/>
              <a:defRPr sz="1400"/>
            </a:lvl8pPr>
            <a:lvl9pPr marL="4114800" lvl="8" indent="-228600" algn="l">
              <a:spcBef>
                <a:spcPts val="280"/>
              </a:spcBef>
              <a:spcAft>
                <a:spcPts val="0"/>
              </a:spcAft>
              <a:buClr>
                <a:schemeClr val="lt1"/>
              </a:buClr>
              <a:buSzPts val="1400"/>
              <a:buFont typeface="Arial" panose="020B0604020202020204"/>
              <a:buNone/>
              <a:defRPr sz="1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Два объекта">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
          <p:cNvSpPr txBox="1"/>
          <p:nvPr>
            <p:ph type="body" idx="1"/>
          </p:nvPr>
        </p:nvSpPr>
        <p:spPr>
          <a:xfrm>
            <a:off x="1619250" y="897731"/>
            <a:ext cx="31638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
        <p:nvSpPr>
          <p:cNvPr id="20" name="Google Shape;20;p5"/>
          <p:cNvSpPr txBox="1"/>
          <p:nvPr>
            <p:ph type="body" idx="2"/>
          </p:nvPr>
        </p:nvSpPr>
        <p:spPr>
          <a:xfrm>
            <a:off x="4935538" y="897731"/>
            <a:ext cx="31656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Сравнение">
  <p:cSld name="TWO_OBJECTS_WITH_TEXT">
    <p:spTree>
      <p:nvGrpSpPr>
        <p:cNvPr id="21" name="Shape 21"/>
        <p:cNvGrpSpPr/>
        <p:nvPr/>
      </p:nvGrpSpPr>
      <p:grpSpPr>
        <a:xfrm>
          <a:off x="0" y="0"/>
          <a:ext cx="0" cy="0"/>
          <a:chOff x="0" y="0"/>
          <a:chExt cx="0" cy="0"/>
        </a:xfrm>
      </p:grpSpPr>
      <p:sp>
        <p:nvSpPr>
          <p:cNvPr id="22" name="Google Shape;22;p6"/>
          <p:cNvSpPr txBox="1"/>
          <p:nvPr>
            <p:ph type="title"/>
          </p:nvPr>
        </p:nvSpPr>
        <p:spPr>
          <a:xfrm>
            <a:off x="457200" y="205978"/>
            <a:ext cx="8229600" cy="8574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6"/>
          <p:cNvSpPr txBox="1"/>
          <p:nvPr>
            <p:ph type="body" idx="1"/>
          </p:nvPr>
        </p:nvSpPr>
        <p:spPr>
          <a:xfrm>
            <a:off x="457200" y="1151335"/>
            <a:ext cx="40401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4" name="Google Shape;24;p6"/>
          <p:cNvSpPr txBox="1"/>
          <p:nvPr>
            <p:ph type="body" idx="2"/>
          </p:nvPr>
        </p:nvSpPr>
        <p:spPr>
          <a:xfrm>
            <a:off x="457200" y="1631156"/>
            <a:ext cx="40401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
        <p:nvSpPr>
          <p:cNvPr id="25" name="Google Shape;25;p6"/>
          <p:cNvSpPr txBox="1"/>
          <p:nvPr>
            <p:ph type="body" idx="3"/>
          </p:nvPr>
        </p:nvSpPr>
        <p:spPr>
          <a:xfrm>
            <a:off x="4645025" y="1151335"/>
            <a:ext cx="40419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6" name="Google Shape;26;p6"/>
          <p:cNvSpPr txBox="1"/>
          <p:nvPr>
            <p:ph type="body" idx="4"/>
          </p:nvPr>
        </p:nvSpPr>
        <p:spPr>
          <a:xfrm>
            <a:off x="4645025" y="1631156"/>
            <a:ext cx="40419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Только заголовок">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Пустой слайд">
  <p:cSld name="BLANK">
    <p:spTree>
      <p:nvGrpSpPr>
        <p:cNvPr id="29" name="Shape 2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Объект с подписью">
  <p:cSld name="OBJECT_WITH_CAPTION_TEXT">
    <p:spTree>
      <p:nvGrpSpPr>
        <p:cNvPr id="30" name="Shape 30"/>
        <p:cNvGrpSpPr/>
        <p:nvPr/>
      </p:nvGrpSpPr>
      <p:grpSpPr>
        <a:xfrm>
          <a:off x="0" y="0"/>
          <a:ext cx="0" cy="0"/>
          <a:chOff x="0" y="0"/>
          <a:chExt cx="0" cy="0"/>
        </a:xfrm>
      </p:grpSpPr>
      <p:sp>
        <p:nvSpPr>
          <p:cNvPr id="31" name="Google Shape;31;p9"/>
          <p:cNvSpPr txBox="1"/>
          <p:nvPr>
            <p:ph type="title"/>
          </p:nvPr>
        </p:nvSpPr>
        <p:spPr>
          <a:xfrm>
            <a:off x="457200" y="204788"/>
            <a:ext cx="3008400" cy="8715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9"/>
          <p:cNvSpPr txBox="1"/>
          <p:nvPr>
            <p:ph type="body" idx="1"/>
          </p:nvPr>
        </p:nvSpPr>
        <p:spPr>
          <a:xfrm>
            <a:off x="3575050" y="204788"/>
            <a:ext cx="5111700" cy="4389900"/>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chemeClr val="lt1"/>
              </a:buClr>
              <a:buSzPts val="3200"/>
              <a:buFont typeface="Arial" panose="020B0604020202020204"/>
              <a:buChar char="•"/>
              <a:defRPr sz="3200"/>
            </a:lvl1pPr>
            <a:lvl2pPr marL="914400" lvl="1" indent="-406400" algn="l">
              <a:spcBef>
                <a:spcPts val="560"/>
              </a:spcBef>
              <a:spcAft>
                <a:spcPts val="0"/>
              </a:spcAft>
              <a:buClr>
                <a:schemeClr val="lt1"/>
              </a:buClr>
              <a:buSzPts val="2800"/>
              <a:buFont typeface="Arial" panose="020B0604020202020204"/>
              <a:buChar char="–"/>
              <a:defRPr sz="2800"/>
            </a:lvl2pPr>
            <a:lvl3pPr marL="1371600" lvl="2" indent="-381000" algn="l">
              <a:spcBef>
                <a:spcPts val="480"/>
              </a:spcBef>
              <a:spcAft>
                <a:spcPts val="0"/>
              </a:spcAft>
              <a:buClr>
                <a:schemeClr val="lt1"/>
              </a:buClr>
              <a:buSzPts val="2400"/>
              <a:buFont typeface="Arial" panose="020B0604020202020204"/>
              <a:buChar char="•"/>
              <a:defRPr sz="2400"/>
            </a:lvl3pPr>
            <a:lvl4pPr marL="1828800" lvl="3" indent="-355600" algn="l">
              <a:spcBef>
                <a:spcPts val="400"/>
              </a:spcBef>
              <a:spcAft>
                <a:spcPts val="0"/>
              </a:spcAft>
              <a:buClr>
                <a:schemeClr val="lt1"/>
              </a:buClr>
              <a:buSzPts val="2000"/>
              <a:buFont typeface="Arial" panose="020B0604020202020204"/>
              <a:buChar char="–"/>
              <a:defRPr sz="2000"/>
            </a:lvl4pPr>
            <a:lvl5pPr marL="2286000" lvl="4" indent="-355600" algn="l">
              <a:spcBef>
                <a:spcPts val="400"/>
              </a:spcBef>
              <a:spcAft>
                <a:spcPts val="0"/>
              </a:spcAft>
              <a:buClr>
                <a:schemeClr val="lt1"/>
              </a:buClr>
              <a:buSzPts val="2000"/>
              <a:buFont typeface="Arial" panose="020B0604020202020204"/>
              <a:buChar char="»"/>
              <a:defRPr sz="2000"/>
            </a:lvl5pPr>
            <a:lvl6pPr marL="2743200" lvl="5" indent="-355600" algn="l">
              <a:spcBef>
                <a:spcPts val="400"/>
              </a:spcBef>
              <a:spcAft>
                <a:spcPts val="0"/>
              </a:spcAft>
              <a:buClr>
                <a:schemeClr val="lt1"/>
              </a:buClr>
              <a:buSzPts val="2000"/>
              <a:buFont typeface="Arial" panose="020B0604020202020204"/>
              <a:buChar char="»"/>
              <a:defRPr sz="2000"/>
            </a:lvl6pPr>
            <a:lvl7pPr marL="3200400" lvl="6" indent="-355600" algn="l">
              <a:spcBef>
                <a:spcPts val="400"/>
              </a:spcBef>
              <a:spcAft>
                <a:spcPts val="0"/>
              </a:spcAft>
              <a:buClr>
                <a:schemeClr val="lt1"/>
              </a:buClr>
              <a:buSzPts val="2000"/>
              <a:buFont typeface="Arial" panose="020B0604020202020204"/>
              <a:buChar char="»"/>
              <a:defRPr sz="2000"/>
            </a:lvl7pPr>
            <a:lvl8pPr marL="3657600" lvl="7" indent="-355600" algn="l">
              <a:spcBef>
                <a:spcPts val="400"/>
              </a:spcBef>
              <a:spcAft>
                <a:spcPts val="0"/>
              </a:spcAft>
              <a:buClr>
                <a:schemeClr val="lt1"/>
              </a:buClr>
              <a:buSzPts val="2000"/>
              <a:buFont typeface="Arial" panose="020B0604020202020204"/>
              <a:buChar char="»"/>
              <a:defRPr sz="2000"/>
            </a:lvl8pPr>
            <a:lvl9pPr marL="4114800" lvl="8" indent="-355600" algn="l">
              <a:spcBef>
                <a:spcPts val="400"/>
              </a:spcBef>
              <a:spcAft>
                <a:spcPts val="0"/>
              </a:spcAft>
              <a:buClr>
                <a:schemeClr val="lt1"/>
              </a:buClr>
              <a:buSzPts val="2000"/>
              <a:buFont typeface="Arial" panose="020B0604020202020204"/>
              <a:buChar char="»"/>
              <a:defRPr sz="2000"/>
            </a:lvl9pPr>
          </a:lstStyle>
          <a:p/>
        </p:txBody>
      </p:sp>
      <p:sp>
        <p:nvSpPr>
          <p:cNvPr id="33" name="Google Shape;33;p9"/>
          <p:cNvSpPr txBox="1"/>
          <p:nvPr>
            <p:ph type="body" idx="2"/>
          </p:nvPr>
        </p:nvSpPr>
        <p:spPr>
          <a:xfrm>
            <a:off x="457200" y="1076325"/>
            <a:ext cx="3008400" cy="35184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Рисунок с подписью">
  <p:cSld name="PICTURE_WITH_CAPTION_TEXT">
    <p:spTree>
      <p:nvGrpSpPr>
        <p:cNvPr id="34" name="Shape 34"/>
        <p:cNvGrpSpPr/>
        <p:nvPr/>
      </p:nvGrpSpPr>
      <p:grpSpPr>
        <a:xfrm>
          <a:off x="0" y="0"/>
          <a:ext cx="0" cy="0"/>
          <a:chOff x="0" y="0"/>
          <a:chExt cx="0" cy="0"/>
        </a:xfrm>
      </p:grpSpPr>
      <p:sp>
        <p:nvSpPr>
          <p:cNvPr id="35" name="Google Shape;35;p10"/>
          <p:cNvSpPr txBox="1"/>
          <p:nvPr>
            <p:ph type="title"/>
          </p:nvPr>
        </p:nvSpPr>
        <p:spPr>
          <a:xfrm>
            <a:off x="1792288" y="3600450"/>
            <a:ext cx="5486400" cy="4251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p:nvPr>
            <p:ph type="pic" idx="2"/>
          </p:nvPr>
        </p:nvSpPr>
        <p:spPr>
          <a:xfrm>
            <a:off x="1792288" y="459581"/>
            <a:ext cx="5486400" cy="30861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1"/>
              </a:buClr>
              <a:buSzPts val="3200"/>
              <a:buFont typeface="Arial" panose="020B0604020202020204"/>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560"/>
              </a:spcBef>
              <a:spcAft>
                <a:spcPts val="0"/>
              </a:spcAft>
              <a:buClr>
                <a:schemeClr val="lt1"/>
              </a:buClr>
              <a:buSzPts val="2800"/>
              <a:buFont typeface="Arial" panose="020B0604020202020204"/>
              <a:buNone/>
              <a:defRPr sz="28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480"/>
              </a:spcBef>
              <a:spcAft>
                <a:spcPts val="0"/>
              </a:spcAft>
              <a:buClr>
                <a:schemeClr val="lt1"/>
              </a:buClr>
              <a:buSzPts val="2400"/>
              <a:buFont typeface="Arial" panose="020B0604020202020204"/>
              <a:buNone/>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37" name="Google Shape;37;p10"/>
          <p:cNvSpPr txBox="1"/>
          <p:nvPr>
            <p:ph type="body" idx="1"/>
          </p:nvPr>
        </p:nvSpPr>
        <p:spPr>
          <a:xfrm>
            <a:off x="1792288" y="4025503"/>
            <a:ext cx="5486400" cy="6036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Заголовок и вертикальный текст">
  <p:cSld name="VERTICAL_TEXT">
    <p:spTree>
      <p:nvGrpSpPr>
        <p:cNvPr id="38" name="Shape 38"/>
        <p:cNvGrpSpPr/>
        <p:nvPr/>
      </p:nvGrpSpPr>
      <p:grpSpPr>
        <a:xfrm>
          <a:off x="0" y="0"/>
          <a:ext cx="0" cy="0"/>
          <a:chOff x="0" y="0"/>
          <a:chExt cx="0" cy="0"/>
        </a:xfrm>
      </p:grpSpPr>
      <p:sp>
        <p:nvSpPr>
          <p:cNvPr id="39" name="Google Shape;39;p1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1"/>
          <p:cNvSpPr txBox="1"/>
          <p:nvPr>
            <p:ph type="body" idx="1"/>
          </p:nvPr>
        </p:nvSpPr>
        <p:spPr>
          <a:xfrm rot="5400000">
            <a:off x="3077813" y="-560869"/>
            <a:ext cx="3564600" cy="6481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Вертикальный заголовок и текст">
  <p:cSld name="VERTICAL_TITLE_AND_VERTICAL_TEXT">
    <p:spTree>
      <p:nvGrpSpPr>
        <p:cNvPr id="41" name="Shape 41"/>
        <p:cNvGrpSpPr/>
        <p:nvPr/>
      </p:nvGrpSpPr>
      <p:grpSpPr>
        <a:xfrm>
          <a:off x="0" y="0"/>
          <a:ext cx="0" cy="0"/>
          <a:chOff x="0" y="0"/>
          <a:chExt cx="0" cy="0"/>
        </a:xfrm>
      </p:grpSpPr>
      <p:sp>
        <p:nvSpPr>
          <p:cNvPr id="42" name="Google Shape;42;p12"/>
          <p:cNvSpPr txBox="1"/>
          <p:nvPr>
            <p:ph type="title"/>
          </p:nvPr>
        </p:nvSpPr>
        <p:spPr>
          <a:xfrm rot="5400000">
            <a:off x="5157863" y="1519313"/>
            <a:ext cx="4267200" cy="16191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2"/>
          <p:cNvSpPr txBox="1"/>
          <p:nvPr>
            <p:ph type="body" idx="1"/>
          </p:nvPr>
        </p:nvSpPr>
        <p:spPr>
          <a:xfrm rot="5400000">
            <a:off x="1840763" y="-26137"/>
            <a:ext cx="4267200" cy="47100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2.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2"/>
          <a:stretch>
            <a:fillRect/>
          </a:stretch>
        </a:blip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marR="0" lvl="0"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lt1"/>
              </a:buClr>
              <a:buSzPts val="2800"/>
              <a:buFont typeface="Arial" panose="020B0604020202020204"/>
              <a:buChar char="•"/>
              <a:defRPr sz="28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381000" algn="l" rtl="0">
              <a:spcBef>
                <a:spcPts val="480"/>
              </a:spcBef>
              <a:spcAft>
                <a:spcPts val="0"/>
              </a:spcAft>
              <a:buClr>
                <a:schemeClr val="lt1"/>
              </a:buClr>
              <a:buSzPts val="2400"/>
              <a:buFont typeface="Arial" panose="020B0604020202020204"/>
              <a:buChar char="–"/>
              <a:defRPr sz="2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381000" algn="l" rtl="0">
              <a:spcBef>
                <a:spcPts val="480"/>
              </a:spcBef>
              <a:spcAft>
                <a:spcPts val="0"/>
              </a:spcAft>
              <a:buClr>
                <a:schemeClr val="lt1"/>
              </a:buClr>
              <a:buSzPts val="2400"/>
              <a:buFont typeface="Arial" panose="020B0604020202020204"/>
              <a:buChar char="•"/>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L="3200400" marR="0" lvl="6"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L="3657600" marR="0" lvl="7"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L="4114800" marR="0" lvl="8"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9.xml"/><Relationship Id="rId2" Type="http://schemas.openxmlformats.org/officeDocument/2006/relationships/image" Target="../media/image4.jpeg"/><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311785" y="208280"/>
            <a:ext cx="8498205" cy="184721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HOSPITAL </a:t>
            </a:r>
            <a:r>
              <a:rPr 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Management System​</a:t>
            </a: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 USING MERN STACK</a:t>
            </a:r>
            <a:endPar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endParaRPr>
          </a:p>
        </p:txBody>
      </p:sp>
      <p:sp>
        <p:nvSpPr>
          <p:cNvPr id="49" name="Google Shape;49;p13"/>
          <p:cNvSpPr txBox="1"/>
          <p:nvPr>
            <p:ph type="subTitle" idx="1"/>
          </p:nvPr>
        </p:nvSpPr>
        <p:spPr>
          <a:xfrm>
            <a:off x="547370" y="2571750"/>
            <a:ext cx="5654675" cy="2313305"/>
          </a:xfrm>
          <a:prstGeom prst="rect">
            <a:avLst/>
          </a:prstGeom>
        </p:spPr>
        <p:txBody>
          <a:bodyPr spcFirstLastPara="1" wrap="square" lIns="91425" tIns="45700" rIns="91425" bIns="45700" anchor="t" anchorCtr="0">
            <a:noAutofit/>
          </a:bodyPr>
          <a:lstStyle/>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Name: </a:t>
            </a:r>
            <a:r>
              <a:rPr lang="en-GB" sz="2800" b="0">
                <a:latin typeface="Comic Sans MS" panose="030F0702030302020204" charset="0"/>
                <a:ea typeface="Merriweather" panose="00000500000000000000"/>
                <a:cs typeface="Comic Sans MS" panose="030F0702030302020204" charset="0"/>
                <a:sym typeface="Merriweather" panose="00000500000000000000"/>
              </a:rPr>
              <a:t>B Sahithya </a:t>
            </a:r>
            <a:endParaRPr lang="en-GB" sz="2800" b="0">
              <a:latin typeface="Comic Sans MS" panose="030F0702030302020204" charset="0"/>
              <a:ea typeface="Merriweather" panose="00000500000000000000"/>
              <a:cs typeface="Comic Sans MS" panose="030F0702030302020204" charset="0"/>
              <a:sym typeface="Merriweather" panose="00000500000000000000"/>
            </a:endParaRPr>
          </a:p>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Reg No: </a:t>
            </a:r>
            <a:r>
              <a:rPr lang="en-GB" sz="2800" b="0">
                <a:latin typeface="Comic Sans MS" panose="030F0702030302020204" charset="0"/>
                <a:ea typeface="Cambria Math" panose="02040503050406030204"/>
                <a:cs typeface="Comic Sans MS" panose="030F0702030302020204" charset="0"/>
                <a:sym typeface="Cambria Math" panose="02040503050406030204"/>
              </a:rPr>
              <a:t>20MIC0007</a:t>
            </a:r>
            <a:endParaRPr sz="2800">
              <a:latin typeface="Comic Sans MS" panose="030F0702030302020204" charset="0"/>
              <a:ea typeface="Cambria Math" panose="02040503050406030204"/>
              <a:cs typeface="Comic Sans MS" panose="030F0702030302020204" charset="0"/>
              <a:sym typeface="Cambria Math" panose="02040503050406030204"/>
            </a:endParaRPr>
          </a:p>
          <a:p>
            <a:pPr marL="457200" lvl="0" indent="0" algn="l" rtl="0">
              <a:spcBef>
                <a:spcPts val="400"/>
              </a:spcBef>
              <a:spcAft>
                <a:spcPts val="0"/>
              </a:spcAft>
              <a:buNone/>
            </a:pPr>
            <a:endParaRPr sz="2800">
              <a:latin typeface="Comic Sans MS" panose="030F0702030302020204" charset="0"/>
              <a:ea typeface="Cambria Math" panose="02040503050406030204"/>
              <a:cs typeface="Comic Sans MS" panose="030F0702030302020204" charset="0"/>
              <a:sym typeface="Cambria Math" panose="02040503050406030204"/>
            </a:endParaRPr>
          </a:p>
        </p:txBody>
      </p:sp>
      <p:sp>
        <p:nvSpPr>
          <p:cNvPr id="2" name="Text Box 1"/>
          <p:cNvSpPr txBox="1"/>
          <p:nvPr/>
        </p:nvSpPr>
        <p:spPr>
          <a:xfrm>
            <a:off x="7019290" y="4578350"/>
            <a:ext cx="1791335" cy="306705"/>
          </a:xfrm>
          <a:prstGeom prst="rect">
            <a:avLst/>
          </a:prstGeom>
          <a:noFill/>
        </p:spPr>
        <p:txBody>
          <a:bodyPr wrap="square" rtlCol="0">
            <a:spAutoFit/>
          </a:bodyPr>
          <a:p>
            <a:r>
              <a:rPr lang="en-US">
                <a:solidFill>
                  <a:schemeClr val="bg1"/>
                </a:solidFill>
                <a:latin typeface="Comic Sans MS" panose="030F0702030302020204" charset="0"/>
                <a:cs typeface="Comic Sans MS" panose="030F0702030302020204" charset="0"/>
              </a:rPr>
              <a:t>Date: 17/10/2024</a:t>
            </a:r>
            <a:endParaRPr lang="en-US">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400" u="sng">
                <a:latin typeface="Algerian" panose="04020705040A02060702"/>
                <a:ea typeface="Algerian" panose="04020705040A02060702"/>
                <a:cs typeface="Algerian" panose="04020705040A02060702"/>
                <a:sym typeface="Algerian" panose="04020705040A02060702"/>
              </a:rPr>
              <a:t>Overview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27125"/>
            <a:ext cx="8428990" cy="377952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GB" sz="1800">
                <a:latin typeface="Comic Sans MS" panose="030F0702030302020204" charset="0"/>
                <a:cs typeface="Comic Sans MS" panose="030F0702030302020204" charset="0"/>
              </a:rPr>
              <a:t>Introduction</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Gaps identified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Objectives</a:t>
            </a:r>
            <a:r>
              <a:rPr lang="en-GB" sz="1800">
                <a:latin typeface="Comic Sans MS" panose="030F0702030302020204" charset="0"/>
                <a:cs typeface="Comic Sans MS" panose="030F0702030302020204" charset="0"/>
              </a:rPr>
              <a:t> </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Problem Statement</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Project Plan</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Proposed Architecture</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Technologies to be used</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85545"/>
            <a:ext cx="8428990" cy="375602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GB" sz="1800">
                <a:latin typeface="Comic Sans MS" panose="030F0702030302020204" charset="0"/>
                <a:cs typeface="Comic Sans MS" panose="030F0702030302020204" charset="0"/>
              </a:rPr>
              <a:t>A Hospital Management System (HMS) is a comprehensive software platform designed to manage the operations of a hospital or healthcare facility. </a:t>
            </a:r>
            <a:endParaRPr 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GB" sz="1800">
                <a:latin typeface="Comic Sans MS" panose="030F0702030302020204" charset="0"/>
                <a:cs typeface="Comic Sans MS" panose="030F0702030302020204" charset="0"/>
              </a:rPr>
              <a:t>It incorporates a number of healthcare administration functions, such as prescription management, medical inventory management, doctor scheduling, and patient visits. </a:t>
            </a:r>
            <a:endParaRPr 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GB" sz="1800">
                <a:latin typeface="Comic Sans MS" panose="030F0702030302020204" charset="0"/>
                <a:cs typeface="Comic Sans MS" panose="030F0702030302020204" charset="0"/>
              </a:rPr>
              <a:t>By digitizing and automating administrative and clinical tasks, an HMS improves the efficiency, accuracy, and quality of healthcare services.</a:t>
            </a:r>
            <a:endParaRPr lang="en-GB" sz="1800">
              <a:latin typeface="Comic Sans MS" panose="030F0702030302020204" charset="0"/>
              <a:cs typeface="Comic Sans MS" panose="030F07020303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49350"/>
            <a:ext cx="8428990" cy="381317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a:t>
            </a:r>
            <a:r>
              <a:rPr lang="en-GB" sz="1800">
                <a:latin typeface="Comic Sans MS" panose="030F0702030302020204" charset="0"/>
                <a:cs typeface="Comic Sans MS" panose="030F0702030302020204" charset="0"/>
              </a:rPr>
              <a:t>his HMS is built using the MERN stack—a combination of MongoDB, Express.js, React, and Node.js.Every element in the stack is essential to creating a cutting-edge, adaptable, and data-driven hospital management system</a:t>
            </a:r>
            <a:r>
              <a:rPr lang="en-US" altLang="en-GB" sz="1800">
                <a:latin typeface="Comic Sans MS" panose="030F0702030302020204" charset="0"/>
                <a:cs typeface="Comic Sans MS" panose="030F0702030302020204" charset="0"/>
              </a:rPr>
              <a:t>.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The MERN stack is widely used for developing full-stack web applications due to its flexibility, scalability, and efficiency.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Each component of the stack plays a crucial role in building a modern, responsive, and data-driven hospital management solution</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gaps identified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 may not be accessible to individuals with limited internet access or technological proficiency [4].</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system's reliability in accurately directing patients to the right department based on their symptoms might be a challenge, especially if the symptoms are complex or require in-person evaluation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responsive of the application needs to be implemented to boost the application performance and to increase the availability of the website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Scalability to real world hospital scenario where large number of patients who want to access the application and requires complex scheduling requirements [7].</a:t>
            </a:r>
            <a:endParaRPr sz="1800">
              <a:latin typeface="Comic Sans MS" panose="030F0702030302020204" charset="0"/>
              <a:cs typeface="Comic Sans MS" panose="030F07020303020202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objectives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integrate the MERN stack to enable scalability and flexibility, making it simple to integrate new features and expand the system in the future.</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increase efficiency in administration by providing resources for tracking inventory, scheduling appointments, checking doctor availability, and creating hospital reports.</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improve patient care by providing a simple user friendly interface to the patients to schedule appointments, read prescriptions, and access medical data.</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enable real-time data access for doctors, admins, and patients, ensuring fast access to the website.</a:t>
            </a:r>
            <a:endParaRPr sz="1800">
              <a:latin typeface="Comic Sans MS" panose="030F0702030302020204" charset="0"/>
              <a:cs typeface="Comic Sans MS" panose="030F070203030202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problem statement</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527175"/>
            <a:ext cx="8428990" cy="2794000"/>
          </a:xfrm>
          <a:prstGeom prst="rect">
            <a:avLst/>
          </a:prstGeom>
        </p:spPr>
        <p:txBody>
          <a:bodyPr spcFirstLastPara="1" wrap="square" lIns="91425" tIns="45700" rIns="91425" bIns="45700" anchor="t" anchorCtr="0">
            <a:noAutofit/>
          </a:bodyPr>
          <a:lstStyle/>
          <a:p>
            <a:pPr marL="0" lvl="0" indent="0" algn="just" rtl="0">
              <a:lnSpc>
                <a:spcPct val="100000"/>
              </a:lnSpc>
              <a:spcBef>
                <a:spcPts val="0"/>
              </a:spcBef>
              <a:spcAft>
                <a:spcPts val="0"/>
              </a:spcAft>
              <a:buFont typeface="Wingdings" panose="05000000000000000000" charset="0"/>
              <a:buNone/>
            </a:pPr>
            <a:r>
              <a:rPr lang="en-US" sz="1800" b="0" dirty="0">
                <a:latin typeface="Comic Sans MS" panose="030F0702030302020204" charset="0"/>
                <a:ea typeface="Open Sans" panose="020B0606030504020204" pitchFamily="34" charset="0"/>
                <a:cs typeface="Open Sans" panose="020B0606030504020204" pitchFamily="34" charset="0"/>
                <a:sym typeface="+mn-ea"/>
              </a:rPr>
              <a:t>Ineffective manual processes in hospitals lead to mistakes, increased waiting times, and operational obstacles, affecting appointment management, medication tracking, and inventory control. Doctors struggle with resource management, while patients face difficulties in scheduling appointments and accessing medical records. Hospital administrators are burdened with manual tasks, impacting patient care quality and operational efficiency. Therefore, a comprehensive, web-based Hospital Management System (HMS) using the MERN stack is essential to automate key functions, improve efficiency, and enhance patient care while ensuring data security and scalability.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63525" y="212090"/>
            <a:ext cx="6938010" cy="63754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project plan</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263525" y="1035685"/>
            <a:ext cx="8649970" cy="3898265"/>
          </a:xfrm>
          <a:prstGeom prst="rect">
            <a:avLst/>
          </a:prstGeom>
        </p:spPr>
        <p:txBody>
          <a:bodyPr spcFirstLastPara="1" wrap="square" lIns="91425" tIns="45700" rIns="91425" bIns="45700" anchor="t" anchorCtr="0">
            <a:noAutofit/>
          </a:bodyPr>
          <a:lstStyle/>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1: Project planning and brainstorming(July)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2: Review 0 and Literature Survey (August)</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3: Finding gaps in literature survey (September)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4: Proposed Architecture and Review 1 (October)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5: Implementation (November)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6: Backend Implementation (December)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7: Review 2 (January)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Final Phase: Review 3 (February)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94310" y="1033145"/>
            <a:ext cx="2332990" cy="1778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b="0" u="sng">
                <a:latin typeface="Algerian" panose="04020705040A02060702"/>
                <a:ea typeface="Algerian" panose="04020705040A02060702"/>
                <a:cs typeface="Algerian" panose="04020705040A02060702"/>
                <a:sym typeface="Algerian" panose="04020705040A02060702"/>
              </a:rPr>
              <a:t>proposed </a:t>
            </a:r>
            <a:br>
              <a:rPr lang="en-US" b="0" u="sng">
                <a:latin typeface="Algerian" panose="04020705040A02060702"/>
                <a:ea typeface="Algerian" panose="04020705040A02060702"/>
                <a:cs typeface="Algerian" panose="04020705040A02060702"/>
                <a:sym typeface="Algerian" panose="04020705040A02060702"/>
              </a:rPr>
            </a:br>
            <a:r>
              <a:rPr lang="en-US" b="0" u="sng">
                <a:latin typeface="Algerian" panose="04020705040A02060702"/>
                <a:ea typeface="Algerian" panose="04020705040A02060702"/>
                <a:cs typeface="Algerian" panose="04020705040A02060702"/>
                <a:sym typeface="Algerian" panose="04020705040A02060702"/>
              </a:rPr>
              <a:t>architecture</a:t>
            </a:r>
            <a:endParaRPr lang="en-US" b="0" u="sng">
              <a:latin typeface="Algerian" panose="04020705040A02060702"/>
              <a:ea typeface="Algerian" panose="04020705040A02060702"/>
              <a:cs typeface="Algerian" panose="04020705040A02060702"/>
              <a:sym typeface="Algerian" panose="04020705040A02060702"/>
            </a:endParaRPr>
          </a:p>
        </p:txBody>
      </p:sp>
      <p:pic>
        <p:nvPicPr>
          <p:cNvPr id="2" name="Picture Placeholder 1" descr="Untitled Diagram2.drawio (1)_page-0001"/>
          <p:cNvPicPr>
            <a:picLocks noChangeAspect="1"/>
          </p:cNvPicPr>
          <p:nvPr>
            <p:ph type="pic" idx="2"/>
          </p:nvPr>
        </p:nvPicPr>
        <p:blipFill>
          <a:blip r:embed="rId2"/>
          <a:stretch>
            <a:fillRect/>
          </a:stretch>
        </p:blipFill>
        <p:spPr>
          <a:xfrm>
            <a:off x="2454275" y="167005"/>
            <a:ext cx="6506210" cy="48875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technologies </a:t>
            </a:r>
            <a:r>
              <a:rPr lang="en-US" sz="3400" u="sng">
                <a:latin typeface="Algerian" panose="04020705040A02060702"/>
                <a:ea typeface="Algerian" panose="04020705040A02060702"/>
                <a:cs typeface="Algerian" panose="04020705040A02060702"/>
                <a:sym typeface="Algerian" panose="04020705040A02060702"/>
              </a:rPr>
              <a:t>to be used</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297305"/>
            <a:ext cx="3804920" cy="3423920"/>
          </a:xfrm>
          <a:prstGeom prst="rect">
            <a:avLst/>
          </a:prstGeom>
        </p:spPr>
        <p:txBody>
          <a:bodyPr spcFirstLastPara="1" wrap="square" lIns="91425" tIns="45700" rIns="91425" bIns="45700" anchor="t" anchorCtr="0">
            <a:noAutofit/>
          </a:bodyPr>
          <a:lstStyle/>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MongoDB                                 </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Express.js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React.js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Node.js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Dotenv</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Bootstrap</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reference links</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719580"/>
            <a:ext cx="8428990" cy="181038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Github Repository Link</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r>
              <a:rPr lang="en-US" sz="1800">
                <a:latin typeface="Comic Sans MS" panose="030F0702030302020204" charset="0"/>
                <a:cs typeface="Comic Sans MS" panose="030F0702030302020204" charset="0"/>
              </a:rPr>
              <a:t>https://github.com/Sahithya132002/Final-Year-Project</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endParaRPr lang="en-US" sz="1800" dirty="0">
              <a:solidFill>
                <a:schemeClr val="bg1"/>
              </a:solidFill>
              <a:latin typeface="Comic Sans MS" panose="030F0702030302020204" charset="0"/>
              <a:ea typeface="Calibri" panose="020F0502020204030204"/>
              <a:cs typeface="Comic Sans MS" panose="030F0702030302020204" charset="0"/>
              <a:sym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2559685" y="2042795"/>
            <a:ext cx="4024630" cy="105791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4000" b="0">
                <a:latin typeface="Algerian" panose="04020705040A02060702" charset="0"/>
                <a:ea typeface="Algerian" panose="04020705040A02060702"/>
                <a:cs typeface="Algerian" panose="04020705040A02060702" charset="0"/>
                <a:sym typeface="Algerian" panose="04020705040A02060702"/>
              </a:rPr>
              <a:t>thank you</a:t>
            </a:r>
            <a:r>
              <a:rPr lang="en-GB" sz="4000" b="0">
                <a:latin typeface="Algerian" panose="04020705040A02060702" charset="0"/>
                <a:ea typeface="Algerian" panose="04020705040A02060702"/>
                <a:cs typeface="Algerian" panose="04020705040A02060702" charset="0"/>
                <a:sym typeface="Algerian" panose="04020705040A02060702"/>
              </a:rPr>
              <a:t> </a:t>
            </a:r>
            <a:endParaRPr sz="4000" b="0">
              <a:latin typeface="Algerian" panose="04020705040A02060702" charset="0"/>
              <a:ea typeface="Algerian" panose="04020705040A02060702"/>
              <a:cs typeface="Algerian" panose="04020705040A02060702" charset="0"/>
              <a:sym typeface="Algerian" panose="04020705040A02060702"/>
            </a:endParaRPr>
          </a:p>
        </p:txBody>
      </p:sp>
    </p:spTree>
  </p:cSld>
  <p:clrMapOvr>
    <a:masterClrMapping/>
  </p:clrMapOvr>
</p:sld>
</file>

<file path=ppt/theme/theme1.xml><?xml version="1.0" encoding="utf-8"?>
<a:theme xmlns:a="http://schemas.openxmlformats.org/drawingml/2006/main" name="template">
  <a:themeElements>
    <a:clrScheme name="template 13">
      <a:dk1>
        <a:srgbClr val="4D4D4D"/>
      </a:dk1>
      <a:lt1>
        <a:srgbClr val="FFFFFF"/>
      </a:lt1>
      <a:dk2>
        <a:srgbClr val="000000"/>
      </a:dk2>
      <a:lt2>
        <a:srgbClr val="043000"/>
      </a:lt2>
      <a:accent1>
        <a:srgbClr val="33A900"/>
      </a:accent1>
      <a:accent2>
        <a:srgbClr val="525B56"/>
      </a:accent2>
      <a:accent3>
        <a:srgbClr val="FFFFFF"/>
      </a:accent3>
      <a:accent4>
        <a:srgbClr val="404040"/>
      </a:accent4>
      <a:accent5>
        <a:srgbClr val="ADD1AA"/>
      </a:accent5>
      <a:accent6>
        <a:srgbClr val="49524D"/>
      </a:accent6>
      <a:hlink>
        <a:srgbClr val="747D79"/>
      </a:hlink>
      <a:folHlink>
        <a:srgbClr val="EAEAE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3643</Words>
  <Application>WPS Presentation</Application>
  <PresentationFormat/>
  <Paragraphs>78</Paragraphs>
  <Slides>12</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12</vt:i4>
      </vt:variant>
    </vt:vector>
  </HeadingPairs>
  <TitlesOfParts>
    <vt:vector size="30" baseType="lpstr">
      <vt:lpstr>Arial</vt:lpstr>
      <vt:lpstr>SimSun</vt:lpstr>
      <vt:lpstr>Wingdings</vt:lpstr>
      <vt:lpstr>Arial</vt:lpstr>
      <vt:lpstr>Algerian</vt:lpstr>
      <vt:lpstr>Helmet</vt:lpstr>
      <vt:lpstr>Yu Gothic</vt:lpstr>
      <vt:lpstr>Comic Sans MS</vt:lpstr>
      <vt:lpstr>Merriweather</vt:lpstr>
      <vt:lpstr>Cambria Math</vt:lpstr>
      <vt:lpstr>Algerian</vt:lpstr>
      <vt:lpstr>Wingdings</vt:lpstr>
      <vt:lpstr>Open Sans</vt:lpstr>
      <vt:lpstr>Segoe Print</vt:lpstr>
      <vt:lpstr>Calibri</vt:lpstr>
      <vt:lpstr>Microsoft YaHei</vt:lpstr>
      <vt:lpstr>Arial Unicode MS</vt:lpstr>
      <vt:lpstr>template</vt:lpstr>
      <vt:lpstr>HOSPITAL Management System​ USING MERN STACK</vt:lpstr>
      <vt:lpstr>Overview </vt:lpstr>
      <vt:lpstr>introduction </vt:lpstr>
      <vt:lpstr>introduction... </vt:lpstr>
      <vt:lpstr>gaps identified</vt:lpstr>
      <vt:lpstr>objectives</vt:lpstr>
      <vt:lpstr>problem statement</vt:lpstr>
      <vt:lpstr>project plan</vt:lpstr>
      <vt:lpstr>proposed  architecture</vt:lpstr>
      <vt:lpstr>technologies to be used</vt:lpstr>
      <vt:lpstr>reference links </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Odyssey  Learning Management System​ </dc:title>
  <dc:creator/>
  <cp:lastModifiedBy>Bhaskara Sahithya</cp:lastModifiedBy>
  <cp:revision>19</cp:revision>
  <dcterms:created xsi:type="dcterms:W3CDTF">2023-10-17T15:33:00Z</dcterms:created>
  <dcterms:modified xsi:type="dcterms:W3CDTF">2024-10-17T01:19:37Z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0E299FB02BB04EFEADDFC2255BBFB933_13</vt:lpwstr>
  </property>
  <property fmtid="{D5CDD505-2E9C-101B-9397-08002B2CF9AE}" pid="3" name="KSOProductBuildVer">
    <vt:lpwstr>1033-12.2.0.18283</vt:lpwstr>
  </property>
  <property fmtid="{D5CDD505-2E9C-101B-9397-08002B2CF9AE}" pid="4" name="NXPowerLiteLastOptimized">
    <vt:lpwstr>533438</vt:lpwstr>
  </property>
  <property fmtid="{D5CDD505-2E9C-101B-9397-08002B2CF9AE}" pid="5" name="NXPowerLiteSettings">
    <vt:lpwstr>F7000400038000</vt:lpwstr>
  </property>
  <property fmtid="{D5CDD505-2E9C-101B-9397-08002B2CF9AE}" pid="6" name="NXPowerLiteVersion">
    <vt:lpwstr>S10.0.0</vt:lpwstr>
  </property>
</Properties>
</file>