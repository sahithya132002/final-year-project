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75" r:id="rId6"/>
    <p:sldId id="305" r:id="rId7"/>
    <p:sldId id="291" r:id="rId8"/>
    <p:sldId id="307" r:id="rId9"/>
    <p:sldId id="292" r:id="rId10"/>
    <p:sldId id="308" r:id="rId11"/>
    <p:sldId id="297" r:id="rId12"/>
    <p:sldId id="300" r:id="rId13"/>
    <p:sldId id="302" r:id="rId14"/>
    <p:sldId id="303" r:id="rId15"/>
  </p:sldIdLst>
  <p:sldSz cx="9144000" cy="5143500"/>
  <p:notesSz cx="6858000" cy="9144000"/>
  <p:embeddedFontLst>
    <p:embeddedFont>
      <p:font typeface="Algerian" panose="04020705040A02060702" charset="0"/>
      <p:regular r:id="rId19"/>
    </p:embeddedFont>
    <p:embeddedFont>
      <p:font typeface="Comic Sans MS" panose="030F0702030302020204" charset="0"/>
      <p:regular r:id="rId20"/>
      <p:bold r:id="rId21"/>
      <p:italic r:id="rId22"/>
      <p:boldItalic r:id="rId23"/>
    </p:embeddedFont>
    <p:embeddedFont>
      <p:font typeface="Merriweather" panose="00000500000000000000"/>
      <p:regular r:id="rId24"/>
      <p:bold r:id="rId25"/>
      <p:italic r:id="rId26"/>
      <p:boldItalic r:id="rId27"/>
    </p:embeddedFont>
    <p:embeddedFont>
      <p:font typeface="Cambria Math" panose="02040503050406030204"/>
      <p:regular r:id="rId28"/>
    </p:embeddedFont>
    <p:embeddedFont>
      <p:font typeface="Algerian" panose="04020705040A02060702"/>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71"/>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font" Target="fonts/font11.fntdata"/><Relationship Id="rId28" Type="http://schemas.openxmlformats.org/officeDocument/2006/relationships/font" Target="fonts/font10.fntdata"/><Relationship Id="rId27" Type="http://schemas.openxmlformats.org/officeDocument/2006/relationships/font" Target="fonts/font9.fntdata"/><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 name="Shape 44"/>
        <p:cNvGrpSpPr/>
        <p:nvPr/>
      </p:nvGrpSpPr>
      <p:grpSpPr>
        <a:xfrm>
          <a:off x="0" y="0"/>
          <a:ext cx="0" cy="0"/>
          <a:chOff x="0" y="0"/>
          <a:chExt cx="0" cy="0"/>
        </a:xfrm>
      </p:grpSpPr>
      <p:sp>
        <p:nvSpPr>
          <p:cNvPr id="45" name="Google Shape;45;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 name="Shape 44"/>
        <p:cNvGrpSpPr/>
        <p:nvPr/>
      </p:nvGrpSpPr>
      <p:grpSpPr>
        <a:xfrm>
          <a:off x="0" y="0"/>
          <a:ext cx="0" cy="0"/>
          <a:chOff x="0" y="0"/>
          <a:chExt cx="0" cy="0"/>
        </a:xfrm>
      </p:grpSpPr>
      <p:sp>
        <p:nvSpPr>
          <p:cNvPr id="45" name="Google Shape;45;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Титульный слайд">
  <p:cSld name="TITLE">
    <p:bg>
      <p:bgPr>
        <a:blipFill>
          <a:blip r:embed="rId2"/>
          <a:stretch>
            <a:fillRect/>
          </a:stretch>
        </a:blipFill>
        <a:effectLst/>
      </p:bgPr>
    </p:bg>
    <p:spTree>
      <p:nvGrpSpPr>
        <p:cNvPr id="8" name="Shape 8"/>
        <p:cNvGrpSpPr/>
        <p:nvPr/>
      </p:nvGrpSpPr>
      <p:grpSpPr>
        <a:xfrm>
          <a:off x="0" y="0"/>
          <a:ext cx="0" cy="0"/>
          <a:chOff x="0" y="0"/>
          <a:chExt cx="0" cy="0"/>
        </a:xfrm>
      </p:grpSpPr>
      <p:sp>
        <p:nvSpPr>
          <p:cNvPr id="9" name="Google Shape;9;p2"/>
          <p:cNvSpPr txBox="1"/>
          <p:nvPr>
            <p:ph type="ctrTitle"/>
          </p:nvPr>
        </p:nvSpPr>
        <p:spPr>
          <a:xfrm>
            <a:off x="179388" y="1924050"/>
            <a:ext cx="4176600" cy="670200"/>
          </a:xfrm>
          <a:prstGeom prst="rect">
            <a:avLst/>
          </a:prstGeom>
          <a:noFill/>
          <a:ln>
            <a:noFill/>
          </a:ln>
          <a:effectLst>
            <a:outerShdw dist="17961" dir="2700000" algn="ctr" rotWithShape="0">
              <a:schemeClr val="lt2"/>
            </a:outerShdw>
          </a:effectLst>
        </p:spPr>
        <p:txBody>
          <a:bodyPr spcFirstLastPara="1" wrap="square" lIns="91425" tIns="45700" rIns="91425" bIns="45700" anchor="ctr"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 name="Google Shape;10;p2"/>
          <p:cNvSpPr txBox="1"/>
          <p:nvPr>
            <p:ph type="subTitle" idx="1"/>
          </p:nvPr>
        </p:nvSpPr>
        <p:spPr>
          <a:xfrm>
            <a:off x="179388" y="2518172"/>
            <a:ext cx="4176600" cy="377400"/>
          </a:xfrm>
          <a:prstGeom prst="rect">
            <a:avLst/>
          </a:prstGeom>
          <a:noFill/>
          <a:ln>
            <a:noFill/>
          </a:ln>
          <a:effectLst>
            <a:outerShdw dist="17961" dir="2700000" algn="ctr" rotWithShape="0">
              <a:schemeClr val="lt2"/>
            </a:outerShdw>
          </a:effectLst>
        </p:spPr>
        <p:txBody>
          <a:bodyPr spcFirstLastPara="1" wrap="square" lIns="91425" tIns="45700" rIns="91425" bIns="45700" anchor="t" anchorCtr="0">
            <a:noAutofit/>
          </a:bodyPr>
          <a:lstStyle>
            <a:lvl1pPr lvl="0" algn="l">
              <a:spcBef>
                <a:spcPts val="400"/>
              </a:spcBef>
              <a:spcAft>
                <a:spcPts val="0"/>
              </a:spcAft>
              <a:buClr>
                <a:schemeClr val="lt1"/>
              </a:buClr>
              <a:buSzPts val="2000"/>
              <a:buFont typeface="Arial" panose="020B0604020202020204"/>
              <a:buNone/>
              <a:defRPr sz="2000" b="1"/>
            </a:lvl1pPr>
            <a:lvl2pPr lvl="1" algn="l">
              <a:spcBef>
                <a:spcPts val="360"/>
              </a:spcBef>
              <a:spcAft>
                <a:spcPts val="0"/>
              </a:spcAft>
              <a:buClr>
                <a:schemeClr val="lt1"/>
              </a:buClr>
              <a:buSzPts val="1800"/>
              <a:buChar char="–"/>
              <a:defRPr/>
            </a:lvl2pPr>
            <a:lvl3pPr lvl="2" algn="l">
              <a:spcBef>
                <a:spcPts val="360"/>
              </a:spcBef>
              <a:spcAft>
                <a:spcPts val="0"/>
              </a:spcAft>
              <a:buClr>
                <a:schemeClr val="lt1"/>
              </a:buClr>
              <a:buSzPts val="1800"/>
              <a:buChar char="•"/>
              <a:defRPr/>
            </a:lvl3pPr>
            <a:lvl4pPr lvl="3" algn="l">
              <a:spcBef>
                <a:spcPts val="360"/>
              </a:spcBef>
              <a:spcAft>
                <a:spcPts val="0"/>
              </a:spcAft>
              <a:buClr>
                <a:schemeClr val="lt1"/>
              </a:buClr>
              <a:buSzPts val="1800"/>
              <a:buChar char="–"/>
              <a:defRPr/>
            </a:lvl4pPr>
            <a:lvl5pPr lvl="4" algn="l">
              <a:spcBef>
                <a:spcPts val="360"/>
              </a:spcBef>
              <a:spcAft>
                <a:spcPts val="0"/>
              </a:spcAft>
              <a:buClr>
                <a:schemeClr val="lt1"/>
              </a:buClr>
              <a:buSzPts val="1800"/>
              <a:buChar char="»"/>
              <a:defRPr/>
            </a:lvl5pPr>
            <a:lvl6pPr lvl="5" algn="l">
              <a:spcBef>
                <a:spcPts val="360"/>
              </a:spcBef>
              <a:spcAft>
                <a:spcPts val="0"/>
              </a:spcAft>
              <a:buClr>
                <a:schemeClr val="lt1"/>
              </a:buClr>
              <a:buSzPts val="1800"/>
              <a:buChar char="»"/>
              <a:defRPr/>
            </a:lvl6pPr>
            <a:lvl7pPr lvl="6" algn="l">
              <a:spcBef>
                <a:spcPts val="360"/>
              </a:spcBef>
              <a:spcAft>
                <a:spcPts val="0"/>
              </a:spcAft>
              <a:buClr>
                <a:schemeClr val="lt1"/>
              </a:buClr>
              <a:buSzPts val="1800"/>
              <a:buChar char="»"/>
              <a:defRPr/>
            </a:lvl7pPr>
            <a:lvl8pPr lvl="7" algn="l">
              <a:spcBef>
                <a:spcPts val="360"/>
              </a:spcBef>
              <a:spcAft>
                <a:spcPts val="0"/>
              </a:spcAft>
              <a:buClr>
                <a:schemeClr val="lt1"/>
              </a:buClr>
              <a:buSzPts val="1800"/>
              <a:buChar char="»"/>
              <a:defRPr/>
            </a:lvl8pPr>
            <a:lvl9pPr lvl="8" algn="l">
              <a:spcBef>
                <a:spcPts val="360"/>
              </a:spcBef>
              <a:spcAft>
                <a:spcPts val="0"/>
              </a:spcAft>
              <a:buClr>
                <a:schemeClr val="lt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Заголовок и объект">
  <p:cSld name="OBJECT">
    <p:spTree>
      <p:nvGrpSpPr>
        <p:cNvPr id="11" name="Shape 11"/>
        <p:cNvGrpSpPr/>
        <p:nvPr/>
      </p:nvGrpSpPr>
      <p:grpSpPr>
        <a:xfrm>
          <a:off x="0" y="0"/>
          <a:ext cx="0" cy="0"/>
          <a:chOff x="0" y="0"/>
          <a:chExt cx="0" cy="0"/>
        </a:xfrm>
      </p:grpSpPr>
      <p:sp>
        <p:nvSpPr>
          <p:cNvPr id="12" name="Google Shape;12;p3"/>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
          <p:cNvSpPr txBox="1"/>
          <p:nvPr>
            <p:ph type="body" idx="1"/>
          </p:nvPr>
        </p:nvSpPr>
        <p:spPr>
          <a:xfrm>
            <a:off x="1619250" y="897731"/>
            <a:ext cx="6481800" cy="3564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Заголовок раздела">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722313" y="3305175"/>
            <a:ext cx="7772400" cy="1021500"/>
          </a:xfrm>
          <a:prstGeom prst="rect">
            <a:avLst/>
          </a:prstGeom>
          <a:noFill/>
          <a:ln>
            <a:noFill/>
          </a:ln>
          <a:effectLst>
            <a:outerShdw dist="17961" dir="2700000" algn="ctr" rotWithShape="0">
              <a:schemeClr val="lt1"/>
            </a:outerShdw>
          </a:effectLst>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
          <p:cNvSpPr txBox="1"/>
          <p:nvPr>
            <p:ph type="body" idx="1"/>
          </p:nvPr>
        </p:nvSpPr>
        <p:spPr>
          <a:xfrm>
            <a:off x="722313" y="2180035"/>
            <a:ext cx="7772400" cy="1125000"/>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lt1"/>
              </a:buClr>
              <a:buSzPts val="2000"/>
              <a:buFont typeface="Arial" panose="020B0604020202020204"/>
              <a:buNone/>
              <a:defRPr sz="2000"/>
            </a:lvl1pPr>
            <a:lvl2pPr marL="914400" lvl="1" indent="-228600" algn="l">
              <a:spcBef>
                <a:spcPts val="360"/>
              </a:spcBef>
              <a:spcAft>
                <a:spcPts val="0"/>
              </a:spcAft>
              <a:buClr>
                <a:schemeClr val="lt1"/>
              </a:buClr>
              <a:buSzPts val="1800"/>
              <a:buFont typeface="Arial" panose="020B0604020202020204"/>
              <a:buNone/>
              <a:defRPr sz="1800"/>
            </a:lvl2pPr>
            <a:lvl3pPr marL="1371600" lvl="2" indent="-228600" algn="l">
              <a:spcBef>
                <a:spcPts val="320"/>
              </a:spcBef>
              <a:spcAft>
                <a:spcPts val="0"/>
              </a:spcAft>
              <a:buClr>
                <a:schemeClr val="lt1"/>
              </a:buClr>
              <a:buSzPts val="1600"/>
              <a:buFont typeface="Arial" panose="020B0604020202020204"/>
              <a:buNone/>
              <a:defRPr sz="1600"/>
            </a:lvl3pPr>
            <a:lvl4pPr marL="1828800" lvl="3" indent="-228600" algn="l">
              <a:spcBef>
                <a:spcPts val="280"/>
              </a:spcBef>
              <a:spcAft>
                <a:spcPts val="0"/>
              </a:spcAft>
              <a:buClr>
                <a:schemeClr val="lt1"/>
              </a:buClr>
              <a:buSzPts val="1400"/>
              <a:buFont typeface="Arial" panose="020B0604020202020204"/>
              <a:buNone/>
              <a:defRPr sz="1400"/>
            </a:lvl4pPr>
            <a:lvl5pPr marL="2286000" lvl="4" indent="-228600" algn="l">
              <a:spcBef>
                <a:spcPts val="280"/>
              </a:spcBef>
              <a:spcAft>
                <a:spcPts val="0"/>
              </a:spcAft>
              <a:buClr>
                <a:schemeClr val="lt1"/>
              </a:buClr>
              <a:buSzPts val="1400"/>
              <a:buFont typeface="Arial" panose="020B0604020202020204"/>
              <a:buNone/>
              <a:defRPr sz="1400"/>
            </a:lvl5pPr>
            <a:lvl6pPr marL="2743200" lvl="5" indent="-228600" algn="l">
              <a:spcBef>
                <a:spcPts val="280"/>
              </a:spcBef>
              <a:spcAft>
                <a:spcPts val="0"/>
              </a:spcAft>
              <a:buClr>
                <a:schemeClr val="lt1"/>
              </a:buClr>
              <a:buSzPts val="1400"/>
              <a:buFont typeface="Arial" panose="020B0604020202020204"/>
              <a:buNone/>
              <a:defRPr sz="1400"/>
            </a:lvl6pPr>
            <a:lvl7pPr marL="3200400" lvl="6" indent="-228600" algn="l">
              <a:spcBef>
                <a:spcPts val="280"/>
              </a:spcBef>
              <a:spcAft>
                <a:spcPts val="0"/>
              </a:spcAft>
              <a:buClr>
                <a:schemeClr val="lt1"/>
              </a:buClr>
              <a:buSzPts val="1400"/>
              <a:buFont typeface="Arial" panose="020B0604020202020204"/>
              <a:buNone/>
              <a:defRPr sz="1400"/>
            </a:lvl7pPr>
            <a:lvl8pPr marL="3657600" lvl="7" indent="-228600" algn="l">
              <a:spcBef>
                <a:spcPts val="280"/>
              </a:spcBef>
              <a:spcAft>
                <a:spcPts val="0"/>
              </a:spcAft>
              <a:buClr>
                <a:schemeClr val="lt1"/>
              </a:buClr>
              <a:buSzPts val="1400"/>
              <a:buFont typeface="Arial" panose="020B0604020202020204"/>
              <a:buNone/>
              <a:defRPr sz="1400"/>
            </a:lvl8pPr>
            <a:lvl9pPr marL="4114800" lvl="8" indent="-228600" algn="l">
              <a:spcBef>
                <a:spcPts val="280"/>
              </a:spcBef>
              <a:spcAft>
                <a:spcPts val="0"/>
              </a:spcAft>
              <a:buClr>
                <a:schemeClr val="lt1"/>
              </a:buClr>
              <a:buSzPts val="1400"/>
              <a:buFont typeface="Arial" panose="020B0604020202020204"/>
              <a:buNone/>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Два объекта">
  <p:cSld name="TWO_OBJECTS">
    <p:spTree>
      <p:nvGrpSpPr>
        <p:cNvPr id="17" name="Shape 17"/>
        <p:cNvGrpSpPr/>
        <p:nvPr/>
      </p:nvGrpSpPr>
      <p:grpSpPr>
        <a:xfrm>
          <a:off x="0" y="0"/>
          <a:ext cx="0" cy="0"/>
          <a:chOff x="0" y="0"/>
          <a:chExt cx="0" cy="0"/>
        </a:xfrm>
      </p:grpSpPr>
      <p:sp>
        <p:nvSpPr>
          <p:cNvPr id="18" name="Google Shape;18;p5"/>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
          <p:cNvSpPr txBox="1"/>
          <p:nvPr>
            <p:ph type="body" idx="1"/>
          </p:nvPr>
        </p:nvSpPr>
        <p:spPr>
          <a:xfrm>
            <a:off x="1619250" y="897731"/>
            <a:ext cx="3163800" cy="35646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lt1"/>
              </a:buClr>
              <a:buSzPts val="2800"/>
              <a:buFont typeface="Arial" panose="020B0604020202020204"/>
              <a:buChar char="•"/>
              <a:defRPr sz="2800"/>
            </a:lvl1pPr>
            <a:lvl2pPr marL="914400" lvl="1" indent="-381000" algn="l">
              <a:spcBef>
                <a:spcPts val="480"/>
              </a:spcBef>
              <a:spcAft>
                <a:spcPts val="0"/>
              </a:spcAft>
              <a:buClr>
                <a:schemeClr val="lt1"/>
              </a:buClr>
              <a:buSzPts val="2400"/>
              <a:buFont typeface="Arial" panose="020B0604020202020204"/>
              <a:buChar char="–"/>
              <a:defRPr sz="2400"/>
            </a:lvl2pPr>
            <a:lvl3pPr marL="1371600" lvl="2" indent="-355600" algn="l">
              <a:spcBef>
                <a:spcPts val="400"/>
              </a:spcBef>
              <a:spcAft>
                <a:spcPts val="0"/>
              </a:spcAft>
              <a:buClr>
                <a:schemeClr val="lt1"/>
              </a:buClr>
              <a:buSzPts val="2000"/>
              <a:buFont typeface="Arial" panose="020B0604020202020204"/>
              <a:buChar char="•"/>
              <a:defRPr sz="2000"/>
            </a:lvl3pPr>
            <a:lvl4pPr marL="1828800" lvl="3" indent="-342900" algn="l">
              <a:spcBef>
                <a:spcPts val="360"/>
              </a:spcBef>
              <a:spcAft>
                <a:spcPts val="0"/>
              </a:spcAft>
              <a:buClr>
                <a:schemeClr val="lt1"/>
              </a:buClr>
              <a:buSzPts val="1800"/>
              <a:buFont typeface="Arial" panose="020B0604020202020204"/>
              <a:buChar char="–"/>
              <a:defRPr sz="1800"/>
            </a:lvl4pPr>
            <a:lvl5pPr marL="2286000" lvl="4" indent="-342900" algn="l">
              <a:spcBef>
                <a:spcPts val="360"/>
              </a:spcBef>
              <a:spcAft>
                <a:spcPts val="0"/>
              </a:spcAft>
              <a:buClr>
                <a:schemeClr val="lt1"/>
              </a:buClr>
              <a:buSzPts val="1800"/>
              <a:buFont typeface="Arial" panose="020B0604020202020204"/>
              <a:buChar char="»"/>
              <a:defRPr sz="1800"/>
            </a:lvl5pPr>
            <a:lvl6pPr marL="2743200" lvl="5" indent="-342900" algn="l">
              <a:spcBef>
                <a:spcPts val="360"/>
              </a:spcBef>
              <a:spcAft>
                <a:spcPts val="0"/>
              </a:spcAft>
              <a:buClr>
                <a:schemeClr val="lt1"/>
              </a:buClr>
              <a:buSzPts val="1800"/>
              <a:buFont typeface="Arial" panose="020B0604020202020204"/>
              <a:buChar char="»"/>
              <a:defRPr sz="1800"/>
            </a:lvl6pPr>
            <a:lvl7pPr marL="3200400" lvl="6" indent="-342900" algn="l">
              <a:spcBef>
                <a:spcPts val="360"/>
              </a:spcBef>
              <a:spcAft>
                <a:spcPts val="0"/>
              </a:spcAft>
              <a:buClr>
                <a:schemeClr val="lt1"/>
              </a:buClr>
              <a:buSzPts val="1800"/>
              <a:buFont typeface="Arial" panose="020B0604020202020204"/>
              <a:buChar char="»"/>
              <a:defRPr sz="1800"/>
            </a:lvl7pPr>
            <a:lvl8pPr marL="3657600" lvl="7" indent="-342900" algn="l">
              <a:spcBef>
                <a:spcPts val="360"/>
              </a:spcBef>
              <a:spcAft>
                <a:spcPts val="0"/>
              </a:spcAft>
              <a:buClr>
                <a:schemeClr val="lt1"/>
              </a:buClr>
              <a:buSzPts val="1800"/>
              <a:buFont typeface="Arial" panose="020B0604020202020204"/>
              <a:buChar char="»"/>
              <a:defRPr sz="1800"/>
            </a:lvl8pPr>
            <a:lvl9pPr marL="4114800" lvl="8" indent="-342900" algn="l">
              <a:spcBef>
                <a:spcPts val="360"/>
              </a:spcBef>
              <a:spcAft>
                <a:spcPts val="0"/>
              </a:spcAft>
              <a:buClr>
                <a:schemeClr val="lt1"/>
              </a:buClr>
              <a:buSzPts val="1800"/>
              <a:buFont typeface="Arial" panose="020B0604020202020204"/>
              <a:buChar char="»"/>
              <a:defRPr sz="1800"/>
            </a:lvl9pPr>
          </a:lstStyle>
          <a:p/>
        </p:txBody>
      </p:sp>
      <p:sp>
        <p:nvSpPr>
          <p:cNvPr id="20" name="Google Shape;20;p5"/>
          <p:cNvSpPr txBox="1"/>
          <p:nvPr>
            <p:ph type="body" idx="2"/>
          </p:nvPr>
        </p:nvSpPr>
        <p:spPr>
          <a:xfrm>
            <a:off x="4935538" y="897731"/>
            <a:ext cx="3165600" cy="35646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lt1"/>
              </a:buClr>
              <a:buSzPts val="2800"/>
              <a:buFont typeface="Arial" panose="020B0604020202020204"/>
              <a:buChar char="•"/>
              <a:defRPr sz="2800"/>
            </a:lvl1pPr>
            <a:lvl2pPr marL="914400" lvl="1" indent="-381000" algn="l">
              <a:spcBef>
                <a:spcPts val="480"/>
              </a:spcBef>
              <a:spcAft>
                <a:spcPts val="0"/>
              </a:spcAft>
              <a:buClr>
                <a:schemeClr val="lt1"/>
              </a:buClr>
              <a:buSzPts val="2400"/>
              <a:buFont typeface="Arial" panose="020B0604020202020204"/>
              <a:buChar char="–"/>
              <a:defRPr sz="2400"/>
            </a:lvl2pPr>
            <a:lvl3pPr marL="1371600" lvl="2" indent="-355600" algn="l">
              <a:spcBef>
                <a:spcPts val="400"/>
              </a:spcBef>
              <a:spcAft>
                <a:spcPts val="0"/>
              </a:spcAft>
              <a:buClr>
                <a:schemeClr val="lt1"/>
              </a:buClr>
              <a:buSzPts val="2000"/>
              <a:buFont typeface="Arial" panose="020B0604020202020204"/>
              <a:buChar char="•"/>
              <a:defRPr sz="2000"/>
            </a:lvl3pPr>
            <a:lvl4pPr marL="1828800" lvl="3" indent="-342900" algn="l">
              <a:spcBef>
                <a:spcPts val="360"/>
              </a:spcBef>
              <a:spcAft>
                <a:spcPts val="0"/>
              </a:spcAft>
              <a:buClr>
                <a:schemeClr val="lt1"/>
              </a:buClr>
              <a:buSzPts val="1800"/>
              <a:buFont typeface="Arial" panose="020B0604020202020204"/>
              <a:buChar char="–"/>
              <a:defRPr sz="1800"/>
            </a:lvl4pPr>
            <a:lvl5pPr marL="2286000" lvl="4" indent="-342900" algn="l">
              <a:spcBef>
                <a:spcPts val="360"/>
              </a:spcBef>
              <a:spcAft>
                <a:spcPts val="0"/>
              </a:spcAft>
              <a:buClr>
                <a:schemeClr val="lt1"/>
              </a:buClr>
              <a:buSzPts val="1800"/>
              <a:buFont typeface="Arial" panose="020B0604020202020204"/>
              <a:buChar char="»"/>
              <a:defRPr sz="1800"/>
            </a:lvl5pPr>
            <a:lvl6pPr marL="2743200" lvl="5" indent="-342900" algn="l">
              <a:spcBef>
                <a:spcPts val="360"/>
              </a:spcBef>
              <a:spcAft>
                <a:spcPts val="0"/>
              </a:spcAft>
              <a:buClr>
                <a:schemeClr val="lt1"/>
              </a:buClr>
              <a:buSzPts val="1800"/>
              <a:buFont typeface="Arial" panose="020B0604020202020204"/>
              <a:buChar char="»"/>
              <a:defRPr sz="1800"/>
            </a:lvl6pPr>
            <a:lvl7pPr marL="3200400" lvl="6" indent="-342900" algn="l">
              <a:spcBef>
                <a:spcPts val="360"/>
              </a:spcBef>
              <a:spcAft>
                <a:spcPts val="0"/>
              </a:spcAft>
              <a:buClr>
                <a:schemeClr val="lt1"/>
              </a:buClr>
              <a:buSzPts val="1800"/>
              <a:buFont typeface="Arial" panose="020B0604020202020204"/>
              <a:buChar char="»"/>
              <a:defRPr sz="1800"/>
            </a:lvl7pPr>
            <a:lvl8pPr marL="3657600" lvl="7" indent="-342900" algn="l">
              <a:spcBef>
                <a:spcPts val="360"/>
              </a:spcBef>
              <a:spcAft>
                <a:spcPts val="0"/>
              </a:spcAft>
              <a:buClr>
                <a:schemeClr val="lt1"/>
              </a:buClr>
              <a:buSzPts val="1800"/>
              <a:buFont typeface="Arial" panose="020B0604020202020204"/>
              <a:buChar char="»"/>
              <a:defRPr sz="1800"/>
            </a:lvl8pPr>
            <a:lvl9pPr marL="4114800" lvl="8" indent="-342900" algn="l">
              <a:spcBef>
                <a:spcPts val="360"/>
              </a:spcBef>
              <a:spcAft>
                <a:spcPts val="0"/>
              </a:spcAft>
              <a:buClr>
                <a:schemeClr val="lt1"/>
              </a:buClr>
              <a:buSzPts val="1800"/>
              <a:buFont typeface="Arial" panose="020B0604020202020204"/>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Сравнение">
  <p:cSld name="TWO_OBJECTS_WITH_TEXT">
    <p:spTree>
      <p:nvGrpSpPr>
        <p:cNvPr id="21" name="Shape 21"/>
        <p:cNvGrpSpPr/>
        <p:nvPr/>
      </p:nvGrpSpPr>
      <p:grpSpPr>
        <a:xfrm>
          <a:off x="0" y="0"/>
          <a:ext cx="0" cy="0"/>
          <a:chOff x="0" y="0"/>
          <a:chExt cx="0" cy="0"/>
        </a:xfrm>
      </p:grpSpPr>
      <p:sp>
        <p:nvSpPr>
          <p:cNvPr id="22" name="Google Shape;22;p6"/>
          <p:cNvSpPr txBox="1"/>
          <p:nvPr>
            <p:ph type="title"/>
          </p:nvPr>
        </p:nvSpPr>
        <p:spPr>
          <a:xfrm>
            <a:off x="457200" y="205978"/>
            <a:ext cx="8229600" cy="8574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
          <p:cNvSpPr txBox="1"/>
          <p:nvPr>
            <p:ph type="body" idx="1"/>
          </p:nvPr>
        </p:nvSpPr>
        <p:spPr>
          <a:xfrm>
            <a:off x="457200" y="1151335"/>
            <a:ext cx="4040100" cy="4797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lt1"/>
              </a:buClr>
              <a:buSzPts val="2400"/>
              <a:buFont typeface="Arial" panose="020B0604020202020204"/>
              <a:buNone/>
              <a:defRPr sz="2400" b="1"/>
            </a:lvl1pPr>
            <a:lvl2pPr marL="914400" lvl="1" indent="-228600" algn="l">
              <a:spcBef>
                <a:spcPts val="400"/>
              </a:spcBef>
              <a:spcAft>
                <a:spcPts val="0"/>
              </a:spcAft>
              <a:buClr>
                <a:schemeClr val="lt1"/>
              </a:buClr>
              <a:buSzPts val="2000"/>
              <a:buFont typeface="Arial" panose="020B0604020202020204"/>
              <a:buNone/>
              <a:defRPr sz="2000" b="1"/>
            </a:lvl2pPr>
            <a:lvl3pPr marL="1371600" lvl="2" indent="-228600" algn="l">
              <a:spcBef>
                <a:spcPts val="360"/>
              </a:spcBef>
              <a:spcAft>
                <a:spcPts val="0"/>
              </a:spcAft>
              <a:buClr>
                <a:schemeClr val="lt1"/>
              </a:buClr>
              <a:buSzPts val="1800"/>
              <a:buFont typeface="Arial" panose="020B0604020202020204"/>
              <a:buNone/>
              <a:defRPr sz="1800" b="1"/>
            </a:lvl3pPr>
            <a:lvl4pPr marL="1828800" lvl="3" indent="-228600" algn="l">
              <a:spcBef>
                <a:spcPts val="320"/>
              </a:spcBef>
              <a:spcAft>
                <a:spcPts val="0"/>
              </a:spcAft>
              <a:buClr>
                <a:schemeClr val="lt1"/>
              </a:buClr>
              <a:buSzPts val="1600"/>
              <a:buFont typeface="Arial" panose="020B0604020202020204"/>
              <a:buNone/>
              <a:defRPr sz="1600" b="1"/>
            </a:lvl4pPr>
            <a:lvl5pPr marL="2286000" lvl="4" indent="-228600" algn="l">
              <a:spcBef>
                <a:spcPts val="320"/>
              </a:spcBef>
              <a:spcAft>
                <a:spcPts val="0"/>
              </a:spcAft>
              <a:buClr>
                <a:schemeClr val="lt1"/>
              </a:buClr>
              <a:buSzPts val="1600"/>
              <a:buFont typeface="Arial" panose="020B0604020202020204"/>
              <a:buNone/>
              <a:defRPr sz="1600" b="1"/>
            </a:lvl5pPr>
            <a:lvl6pPr marL="2743200" lvl="5" indent="-228600" algn="l">
              <a:spcBef>
                <a:spcPts val="320"/>
              </a:spcBef>
              <a:spcAft>
                <a:spcPts val="0"/>
              </a:spcAft>
              <a:buClr>
                <a:schemeClr val="lt1"/>
              </a:buClr>
              <a:buSzPts val="1600"/>
              <a:buFont typeface="Arial" panose="020B0604020202020204"/>
              <a:buNone/>
              <a:defRPr sz="1600" b="1"/>
            </a:lvl6pPr>
            <a:lvl7pPr marL="3200400" lvl="6" indent="-228600" algn="l">
              <a:spcBef>
                <a:spcPts val="320"/>
              </a:spcBef>
              <a:spcAft>
                <a:spcPts val="0"/>
              </a:spcAft>
              <a:buClr>
                <a:schemeClr val="lt1"/>
              </a:buClr>
              <a:buSzPts val="1600"/>
              <a:buFont typeface="Arial" panose="020B0604020202020204"/>
              <a:buNone/>
              <a:defRPr sz="1600" b="1"/>
            </a:lvl7pPr>
            <a:lvl8pPr marL="3657600" lvl="7" indent="-228600" algn="l">
              <a:spcBef>
                <a:spcPts val="320"/>
              </a:spcBef>
              <a:spcAft>
                <a:spcPts val="0"/>
              </a:spcAft>
              <a:buClr>
                <a:schemeClr val="lt1"/>
              </a:buClr>
              <a:buSzPts val="1600"/>
              <a:buFont typeface="Arial" panose="020B0604020202020204"/>
              <a:buNone/>
              <a:defRPr sz="1600" b="1"/>
            </a:lvl8pPr>
            <a:lvl9pPr marL="4114800" lvl="8" indent="-228600" algn="l">
              <a:spcBef>
                <a:spcPts val="320"/>
              </a:spcBef>
              <a:spcAft>
                <a:spcPts val="0"/>
              </a:spcAft>
              <a:buClr>
                <a:schemeClr val="lt1"/>
              </a:buClr>
              <a:buSzPts val="1600"/>
              <a:buFont typeface="Arial" panose="020B0604020202020204"/>
              <a:buNone/>
              <a:defRPr sz="1600" b="1"/>
            </a:lvl9pPr>
          </a:lstStyle>
          <a:p/>
        </p:txBody>
      </p:sp>
      <p:sp>
        <p:nvSpPr>
          <p:cNvPr id="24" name="Google Shape;24;p6"/>
          <p:cNvSpPr txBox="1"/>
          <p:nvPr>
            <p:ph type="body" idx="2"/>
          </p:nvPr>
        </p:nvSpPr>
        <p:spPr>
          <a:xfrm>
            <a:off x="457200" y="1631156"/>
            <a:ext cx="4040100" cy="29634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lt1"/>
              </a:buClr>
              <a:buSzPts val="2400"/>
              <a:buFont typeface="Arial" panose="020B0604020202020204"/>
              <a:buChar char="•"/>
              <a:defRPr sz="2400"/>
            </a:lvl1pPr>
            <a:lvl2pPr marL="914400" lvl="1" indent="-355600" algn="l">
              <a:spcBef>
                <a:spcPts val="400"/>
              </a:spcBef>
              <a:spcAft>
                <a:spcPts val="0"/>
              </a:spcAft>
              <a:buClr>
                <a:schemeClr val="lt1"/>
              </a:buClr>
              <a:buSzPts val="2000"/>
              <a:buFont typeface="Arial" panose="020B0604020202020204"/>
              <a:buChar char="–"/>
              <a:defRPr sz="2000"/>
            </a:lvl2pPr>
            <a:lvl3pPr marL="1371600" lvl="2" indent="-342900" algn="l">
              <a:spcBef>
                <a:spcPts val="360"/>
              </a:spcBef>
              <a:spcAft>
                <a:spcPts val="0"/>
              </a:spcAft>
              <a:buClr>
                <a:schemeClr val="lt1"/>
              </a:buClr>
              <a:buSzPts val="1800"/>
              <a:buFont typeface="Arial" panose="020B0604020202020204"/>
              <a:buChar char="•"/>
              <a:defRPr sz="1800"/>
            </a:lvl3pPr>
            <a:lvl4pPr marL="1828800" lvl="3" indent="-330200" algn="l">
              <a:spcBef>
                <a:spcPts val="320"/>
              </a:spcBef>
              <a:spcAft>
                <a:spcPts val="0"/>
              </a:spcAft>
              <a:buClr>
                <a:schemeClr val="lt1"/>
              </a:buClr>
              <a:buSzPts val="1600"/>
              <a:buFont typeface="Arial" panose="020B0604020202020204"/>
              <a:buChar char="–"/>
              <a:defRPr sz="1600"/>
            </a:lvl4pPr>
            <a:lvl5pPr marL="2286000" lvl="4" indent="-330200" algn="l">
              <a:spcBef>
                <a:spcPts val="320"/>
              </a:spcBef>
              <a:spcAft>
                <a:spcPts val="0"/>
              </a:spcAft>
              <a:buClr>
                <a:schemeClr val="lt1"/>
              </a:buClr>
              <a:buSzPts val="1600"/>
              <a:buFont typeface="Arial" panose="020B0604020202020204"/>
              <a:buChar char="»"/>
              <a:defRPr sz="1600"/>
            </a:lvl5pPr>
            <a:lvl6pPr marL="2743200" lvl="5" indent="-330200" algn="l">
              <a:spcBef>
                <a:spcPts val="320"/>
              </a:spcBef>
              <a:spcAft>
                <a:spcPts val="0"/>
              </a:spcAft>
              <a:buClr>
                <a:schemeClr val="lt1"/>
              </a:buClr>
              <a:buSzPts val="1600"/>
              <a:buFont typeface="Arial" panose="020B0604020202020204"/>
              <a:buChar char="»"/>
              <a:defRPr sz="1600"/>
            </a:lvl6pPr>
            <a:lvl7pPr marL="3200400" lvl="6" indent="-330200" algn="l">
              <a:spcBef>
                <a:spcPts val="320"/>
              </a:spcBef>
              <a:spcAft>
                <a:spcPts val="0"/>
              </a:spcAft>
              <a:buClr>
                <a:schemeClr val="lt1"/>
              </a:buClr>
              <a:buSzPts val="1600"/>
              <a:buFont typeface="Arial" panose="020B0604020202020204"/>
              <a:buChar char="»"/>
              <a:defRPr sz="1600"/>
            </a:lvl7pPr>
            <a:lvl8pPr marL="3657600" lvl="7" indent="-330200" algn="l">
              <a:spcBef>
                <a:spcPts val="320"/>
              </a:spcBef>
              <a:spcAft>
                <a:spcPts val="0"/>
              </a:spcAft>
              <a:buClr>
                <a:schemeClr val="lt1"/>
              </a:buClr>
              <a:buSzPts val="1600"/>
              <a:buFont typeface="Arial" panose="020B0604020202020204"/>
              <a:buChar char="»"/>
              <a:defRPr sz="1600"/>
            </a:lvl8pPr>
            <a:lvl9pPr marL="4114800" lvl="8" indent="-330200" algn="l">
              <a:spcBef>
                <a:spcPts val="320"/>
              </a:spcBef>
              <a:spcAft>
                <a:spcPts val="0"/>
              </a:spcAft>
              <a:buClr>
                <a:schemeClr val="lt1"/>
              </a:buClr>
              <a:buSzPts val="1600"/>
              <a:buFont typeface="Arial" panose="020B0604020202020204"/>
              <a:buChar char="»"/>
              <a:defRPr sz="1600"/>
            </a:lvl9pPr>
          </a:lstStyle>
          <a:p/>
        </p:txBody>
      </p:sp>
      <p:sp>
        <p:nvSpPr>
          <p:cNvPr id="25" name="Google Shape;25;p6"/>
          <p:cNvSpPr txBox="1"/>
          <p:nvPr>
            <p:ph type="body" idx="3"/>
          </p:nvPr>
        </p:nvSpPr>
        <p:spPr>
          <a:xfrm>
            <a:off x="4645025" y="1151335"/>
            <a:ext cx="4041900" cy="4797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lt1"/>
              </a:buClr>
              <a:buSzPts val="2400"/>
              <a:buFont typeface="Arial" panose="020B0604020202020204"/>
              <a:buNone/>
              <a:defRPr sz="2400" b="1"/>
            </a:lvl1pPr>
            <a:lvl2pPr marL="914400" lvl="1" indent="-228600" algn="l">
              <a:spcBef>
                <a:spcPts val="400"/>
              </a:spcBef>
              <a:spcAft>
                <a:spcPts val="0"/>
              </a:spcAft>
              <a:buClr>
                <a:schemeClr val="lt1"/>
              </a:buClr>
              <a:buSzPts val="2000"/>
              <a:buFont typeface="Arial" panose="020B0604020202020204"/>
              <a:buNone/>
              <a:defRPr sz="2000" b="1"/>
            </a:lvl2pPr>
            <a:lvl3pPr marL="1371600" lvl="2" indent="-228600" algn="l">
              <a:spcBef>
                <a:spcPts val="360"/>
              </a:spcBef>
              <a:spcAft>
                <a:spcPts val="0"/>
              </a:spcAft>
              <a:buClr>
                <a:schemeClr val="lt1"/>
              </a:buClr>
              <a:buSzPts val="1800"/>
              <a:buFont typeface="Arial" panose="020B0604020202020204"/>
              <a:buNone/>
              <a:defRPr sz="1800" b="1"/>
            </a:lvl3pPr>
            <a:lvl4pPr marL="1828800" lvl="3" indent="-228600" algn="l">
              <a:spcBef>
                <a:spcPts val="320"/>
              </a:spcBef>
              <a:spcAft>
                <a:spcPts val="0"/>
              </a:spcAft>
              <a:buClr>
                <a:schemeClr val="lt1"/>
              </a:buClr>
              <a:buSzPts val="1600"/>
              <a:buFont typeface="Arial" panose="020B0604020202020204"/>
              <a:buNone/>
              <a:defRPr sz="1600" b="1"/>
            </a:lvl4pPr>
            <a:lvl5pPr marL="2286000" lvl="4" indent="-228600" algn="l">
              <a:spcBef>
                <a:spcPts val="320"/>
              </a:spcBef>
              <a:spcAft>
                <a:spcPts val="0"/>
              </a:spcAft>
              <a:buClr>
                <a:schemeClr val="lt1"/>
              </a:buClr>
              <a:buSzPts val="1600"/>
              <a:buFont typeface="Arial" panose="020B0604020202020204"/>
              <a:buNone/>
              <a:defRPr sz="1600" b="1"/>
            </a:lvl5pPr>
            <a:lvl6pPr marL="2743200" lvl="5" indent="-228600" algn="l">
              <a:spcBef>
                <a:spcPts val="320"/>
              </a:spcBef>
              <a:spcAft>
                <a:spcPts val="0"/>
              </a:spcAft>
              <a:buClr>
                <a:schemeClr val="lt1"/>
              </a:buClr>
              <a:buSzPts val="1600"/>
              <a:buFont typeface="Arial" panose="020B0604020202020204"/>
              <a:buNone/>
              <a:defRPr sz="1600" b="1"/>
            </a:lvl6pPr>
            <a:lvl7pPr marL="3200400" lvl="6" indent="-228600" algn="l">
              <a:spcBef>
                <a:spcPts val="320"/>
              </a:spcBef>
              <a:spcAft>
                <a:spcPts val="0"/>
              </a:spcAft>
              <a:buClr>
                <a:schemeClr val="lt1"/>
              </a:buClr>
              <a:buSzPts val="1600"/>
              <a:buFont typeface="Arial" panose="020B0604020202020204"/>
              <a:buNone/>
              <a:defRPr sz="1600" b="1"/>
            </a:lvl7pPr>
            <a:lvl8pPr marL="3657600" lvl="7" indent="-228600" algn="l">
              <a:spcBef>
                <a:spcPts val="320"/>
              </a:spcBef>
              <a:spcAft>
                <a:spcPts val="0"/>
              </a:spcAft>
              <a:buClr>
                <a:schemeClr val="lt1"/>
              </a:buClr>
              <a:buSzPts val="1600"/>
              <a:buFont typeface="Arial" panose="020B0604020202020204"/>
              <a:buNone/>
              <a:defRPr sz="1600" b="1"/>
            </a:lvl8pPr>
            <a:lvl9pPr marL="4114800" lvl="8" indent="-228600" algn="l">
              <a:spcBef>
                <a:spcPts val="320"/>
              </a:spcBef>
              <a:spcAft>
                <a:spcPts val="0"/>
              </a:spcAft>
              <a:buClr>
                <a:schemeClr val="lt1"/>
              </a:buClr>
              <a:buSzPts val="1600"/>
              <a:buFont typeface="Arial" panose="020B0604020202020204"/>
              <a:buNone/>
              <a:defRPr sz="1600" b="1"/>
            </a:lvl9pPr>
          </a:lstStyle>
          <a:p/>
        </p:txBody>
      </p:sp>
      <p:sp>
        <p:nvSpPr>
          <p:cNvPr id="26" name="Google Shape;26;p6"/>
          <p:cNvSpPr txBox="1"/>
          <p:nvPr>
            <p:ph type="body" idx="4"/>
          </p:nvPr>
        </p:nvSpPr>
        <p:spPr>
          <a:xfrm>
            <a:off x="4645025" y="1631156"/>
            <a:ext cx="4041900" cy="29634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lt1"/>
              </a:buClr>
              <a:buSzPts val="2400"/>
              <a:buFont typeface="Arial" panose="020B0604020202020204"/>
              <a:buChar char="•"/>
              <a:defRPr sz="2400"/>
            </a:lvl1pPr>
            <a:lvl2pPr marL="914400" lvl="1" indent="-355600" algn="l">
              <a:spcBef>
                <a:spcPts val="400"/>
              </a:spcBef>
              <a:spcAft>
                <a:spcPts val="0"/>
              </a:spcAft>
              <a:buClr>
                <a:schemeClr val="lt1"/>
              </a:buClr>
              <a:buSzPts val="2000"/>
              <a:buFont typeface="Arial" panose="020B0604020202020204"/>
              <a:buChar char="–"/>
              <a:defRPr sz="2000"/>
            </a:lvl2pPr>
            <a:lvl3pPr marL="1371600" lvl="2" indent="-342900" algn="l">
              <a:spcBef>
                <a:spcPts val="360"/>
              </a:spcBef>
              <a:spcAft>
                <a:spcPts val="0"/>
              </a:spcAft>
              <a:buClr>
                <a:schemeClr val="lt1"/>
              </a:buClr>
              <a:buSzPts val="1800"/>
              <a:buFont typeface="Arial" panose="020B0604020202020204"/>
              <a:buChar char="•"/>
              <a:defRPr sz="1800"/>
            </a:lvl3pPr>
            <a:lvl4pPr marL="1828800" lvl="3" indent="-330200" algn="l">
              <a:spcBef>
                <a:spcPts val="320"/>
              </a:spcBef>
              <a:spcAft>
                <a:spcPts val="0"/>
              </a:spcAft>
              <a:buClr>
                <a:schemeClr val="lt1"/>
              </a:buClr>
              <a:buSzPts val="1600"/>
              <a:buFont typeface="Arial" panose="020B0604020202020204"/>
              <a:buChar char="–"/>
              <a:defRPr sz="1600"/>
            </a:lvl4pPr>
            <a:lvl5pPr marL="2286000" lvl="4" indent="-330200" algn="l">
              <a:spcBef>
                <a:spcPts val="320"/>
              </a:spcBef>
              <a:spcAft>
                <a:spcPts val="0"/>
              </a:spcAft>
              <a:buClr>
                <a:schemeClr val="lt1"/>
              </a:buClr>
              <a:buSzPts val="1600"/>
              <a:buFont typeface="Arial" panose="020B0604020202020204"/>
              <a:buChar char="»"/>
              <a:defRPr sz="1600"/>
            </a:lvl5pPr>
            <a:lvl6pPr marL="2743200" lvl="5" indent="-330200" algn="l">
              <a:spcBef>
                <a:spcPts val="320"/>
              </a:spcBef>
              <a:spcAft>
                <a:spcPts val="0"/>
              </a:spcAft>
              <a:buClr>
                <a:schemeClr val="lt1"/>
              </a:buClr>
              <a:buSzPts val="1600"/>
              <a:buFont typeface="Arial" panose="020B0604020202020204"/>
              <a:buChar char="»"/>
              <a:defRPr sz="1600"/>
            </a:lvl6pPr>
            <a:lvl7pPr marL="3200400" lvl="6" indent="-330200" algn="l">
              <a:spcBef>
                <a:spcPts val="320"/>
              </a:spcBef>
              <a:spcAft>
                <a:spcPts val="0"/>
              </a:spcAft>
              <a:buClr>
                <a:schemeClr val="lt1"/>
              </a:buClr>
              <a:buSzPts val="1600"/>
              <a:buFont typeface="Arial" panose="020B0604020202020204"/>
              <a:buChar char="»"/>
              <a:defRPr sz="1600"/>
            </a:lvl7pPr>
            <a:lvl8pPr marL="3657600" lvl="7" indent="-330200" algn="l">
              <a:spcBef>
                <a:spcPts val="320"/>
              </a:spcBef>
              <a:spcAft>
                <a:spcPts val="0"/>
              </a:spcAft>
              <a:buClr>
                <a:schemeClr val="lt1"/>
              </a:buClr>
              <a:buSzPts val="1600"/>
              <a:buFont typeface="Arial" panose="020B0604020202020204"/>
              <a:buChar char="»"/>
              <a:defRPr sz="1600"/>
            </a:lvl8pPr>
            <a:lvl9pPr marL="4114800" lvl="8" indent="-330200" algn="l">
              <a:spcBef>
                <a:spcPts val="320"/>
              </a:spcBef>
              <a:spcAft>
                <a:spcPts val="0"/>
              </a:spcAft>
              <a:buClr>
                <a:schemeClr val="lt1"/>
              </a:buClr>
              <a:buSzPts val="1600"/>
              <a:buFont typeface="Arial" panose="020B0604020202020204"/>
              <a:buChar char="»"/>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Только заголовок">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Пустой слайд">
  <p:cSld name="BLANK">
    <p:spTree>
      <p:nvGrpSpPr>
        <p:cNvPr id="29" name="Shape 2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Объект с подписью">
  <p:cSld name="OBJECT_WITH_CAPTION_TEXT">
    <p:spTree>
      <p:nvGrpSpPr>
        <p:cNvPr id="30" name="Shape 30"/>
        <p:cNvGrpSpPr/>
        <p:nvPr/>
      </p:nvGrpSpPr>
      <p:grpSpPr>
        <a:xfrm>
          <a:off x="0" y="0"/>
          <a:ext cx="0" cy="0"/>
          <a:chOff x="0" y="0"/>
          <a:chExt cx="0" cy="0"/>
        </a:xfrm>
      </p:grpSpPr>
      <p:sp>
        <p:nvSpPr>
          <p:cNvPr id="31" name="Google Shape;31;p9"/>
          <p:cNvSpPr txBox="1"/>
          <p:nvPr>
            <p:ph type="title"/>
          </p:nvPr>
        </p:nvSpPr>
        <p:spPr>
          <a:xfrm>
            <a:off x="457200" y="204788"/>
            <a:ext cx="3008400" cy="871500"/>
          </a:xfrm>
          <a:prstGeom prst="rect">
            <a:avLst/>
          </a:prstGeom>
          <a:noFill/>
          <a:ln>
            <a:noFill/>
          </a:ln>
          <a:effectLst>
            <a:outerShdw dist="17961" dir="2700000" algn="ctr" rotWithShape="0">
              <a:schemeClr val="lt1"/>
            </a:outerShdw>
          </a:effectLst>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
          <p:cNvSpPr txBox="1"/>
          <p:nvPr>
            <p:ph type="body" idx="1"/>
          </p:nvPr>
        </p:nvSpPr>
        <p:spPr>
          <a:xfrm>
            <a:off x="3575050" y="204788"/>
            <a:ext cx="5111700" cy="4389900"/>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lt1"/>
              </a:buClr>
              <a:buSzPts val="3200"/>
              <a:buFont typeface="Arial" panose="020B0604020202020204"/>
              <a:buChar char="•"/>
              <a:defRPr sz="3200"/>
            </a:lvl1pPr>
            <a:lvl2pPr marL="914400" lvl="1" indent="-406400" algn="l">
              <a:spcBef>
                <a:spcPts val="560"/>
              </a:spcBef>
              <a:spcAft>
                <a:spcPts val="0"/>
              </a:spcAft>
              <a:buClr>
                <a:schemeClr val="lt1"/>
              </a:buClr>
              <a:buSzPts val="2800"/>
              <a:buFont typeface="Arial" panose="020B0604020202020204"/>
              <a:buChar char="–"/>
              <a:defRPr sz="2800"/>
            </a:lvl2pPr>
            <a:lvl3pPr marL="1371600" lvl="2" indent="-381000" algn="l">
              <a:spcBef>
                <a:spcPts val="480"/>
              </a:spcBef>
              <a:spcAft>
                <a:spcPts val="0"/>
              </a:spcAft>
              <a:buClr>
                <a:schemeClr val="lt1"/>
              </a:buClr>
              <a:buSzPts val="2400"/>
              <a:buFont typeface="Arial" panose="020B0604020202020204"/>
              <a:buChar char="•"/>
              <a:defRPr sz="2400"/>
            </a:lvl3pPr>
            <a:lvl4pPr marL="1828800" lvl="3" indent="-355600" algn="l">
              <a:spcBef>
                <a:spcPts val="400"/>
              </a:spcBef>
              <a:spcAft>
                <a:spcPts val="0"/>
              </a:spcAft>
              <a:buClr>
                <a:schemeClr val="lt1"/>
              </a:buClr>
              <a:buSzPts val="2000"/>
              <a:buFont typeface="Arial" panose="020B0604020202020204"/>
              <a:buChar char="–"/>
              <a:defRPr sz="2000"/>
            </a:lvl4pPr>
            <a:lvl5pPr marL="2286000" lvl="4" indent="-355600" algn="l">
              <a:spcBef>
                <a:spcPts val="400"/>
              </a:spcBef>
              <a:spcAft>
                <a:spcPts val="0"/>
              </a:spcAft>
              <a:buClr>
                <a:schemeClr val="lt1"/>
              </a:buClr>
              <a:buSzPts val="2000"/>
              <a:buFont typeface="Arial" panose="020B0604020202020204"/>
              <a:buChar char="»"/>
              <a:defRPr sz="2000"/>
            </a:lvl5pPr>
            <a:lvl6pPr marL="2743200" lvl="5" indent="-355600" algn="l">
              <a:spcBef>
                <a:spcPts val="400"/>
              </a:spcBef>
              <a:spcAft>
                <a:spcPts val="0"/>
              </a:spcAft>
              <a:buClr>
                <a:schemeClr val="lt1"/>
              </a:buClr>
              <a:buSzPts val="2000"/>
              <a:buFont typeface="Arial" panose="020B0604020202020204"/>
              <a:buChar char="»"/>
              <a:defRPr sz="2000"/>
            </a:lvl6pPr>
            <a:lvl7pPr marL="3200400" lvl="6" indent="-355600" algn="l">
              <a:spcBef>
                <a:spcPts val="400"/>
              </a:spcBef>
              <a:spcAft>
                <a:spcPts val="0"/>
              </a:spcAft>
              <a:buClr>
                <a:schemeClr val="lt1"/>
              </a:buClr>
              <a:buSzPts val="2000"/>
              <a:buFont typeface="Arial" panose="020B0604020202020204"/>
              <a:buChar char="»"/>
              <a:defRPr sz="2000"/>
            </a:lvl7pPr>
            <a:lvl8pPr marL="3657600" lvl="7" indent="-355600" algn="l">
              <a:spcBef>
                <a:spcPts val="400"/>
              </a:spcBef>
              <a:spcAft>
                <a:spcPts val="0"/>
              </a:spcAft>
              <a:buClr>
                <a:schemeClr val="lt1"/>
              </a:buClr>
              <a:buSzPts val="2000"/>
              <a:buFont typeface="Arial" panose="020B0604020202020204"/>
              <a:buChar char="»"/>
              <a:defRPr sz="2000"/>
            </a:lvl8pPr>
            <a:lvl9pPr marL="4114800" lvl="8" indent="-355600" algn="l">
              <a:spcBef>
                <a:spcPts val="400"/>
              </a:spcBef>
              <a:spcAft>
                <a:spcPts val="0"/>
              </a:spcAft>
              <a:buClr>
                <a:schemeClr val="lt1"/>
              </a:buClr>
              <a:buSzPts val="2000"/>
              <a:buFont typeface="Arial" panose="020B0604020202020204"/>
              <a:buChar char="»"/>
              <a:defRPr sz="2000"/>
            </a:lvl9pPr>
          </a:lstStyle>
          <a:p/>
        </p:txBody>
      </p:sp>
      <p:sp>
        <p:nvSpPr>
          <p:cNvPr id="33" name="Google Shape;33;p9"/>
          <p:cNvSpPr txBox="1"/>
          <p:nvPr>
            <p:ph type="body" idx="2"/>
          </p:nvPr>
        </p:nvSpPr>
        <p:spPr>
          <a:xfrm>
            <a:off x="457200" y="1076325"/>
            <a:ext cx="3008400" cy="3518400"/>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lt1"/>
              </a:buClr>
              <a:buSzPts val="1400"/>
              <a:buFont typeface="Arial" panose="020B0604020202020204"/>
              <a:buNone/>
              <a:defRPr sz="1400"/>
            </a:lvl1pPr>
            <a:lvl2pPr marL="914400" lvl="1" indent="-228600" algn="l">
              <a:spcBef>
                <a:spcPts val="240"/>
              </a:spcBef>
              <a:spcAft>
                <a:spcPts val="0"/>
              </a:spcAft>
              <a:buClr>
                <a:schemeClr val="lt1"/>
              </a:buClr>
              <a:buSzPts val="1200"/>
              <a:buFont typeface="Arial" panose="020B0604020202020204"/>
              <a:buNone/>
              <a:defRPr sz="1200"/>
            </a:lvl2pPr>
            <a:lvl3pPr marL="1371600" lvl="2" indent="-228600" algn="l">
              <a:spcBef>
                <a:spcPts val="200"/>
              </a:spcBef>
              <a:spcAft>
                <a:spcPts val="0"/>
              </a:spcAft>
              <a:buClr>
                <a:schemeClr val="lt1"/>
              </a:buClr>
              <a:buSzPts val="1000"/>
              <a:buFont typeface="Arial" panose="020B0604020202020204"/>
              <a:buNone/>
              <a:defRPr sz="1000"/>
            </a:lvl3pPr>
            <a:lvl4pPr marL="1828800" lvl="3" indent="-228600" algn="l">
              <a:spcBef>
                <a:spcPts val="180"/>
              </a:spcBef>
              <a:spcAft>
                <a:spcPts val="0"/>
              </a:spcAft>
              <a:buClr>
                <a:schemeClr val="lt1"/>
              </a:buClr>
              <a:buSzPts val="900"/>
              <a:buFont typeface="Arial" panose="020B0604020202020204"/>
              <a:buNone/>
              <a:defRPr sz="900"/>
            </a:lvl4pPr>
            <a:lvl5pPr marL="2286000" lvl="4" indent="-228600" algn="l">
              <a:spcBef>
                <a:spcPts val="180"/>
              </a:spcBef>
              <a:spcAft>
                <a:spcPts val="0"/>
              </a:spcAft>
              <a:buClr>
                <a:schemeClr val="lt1"/>
              </a:buClr>
              <a:buSzPts val="900"/>
              <a:buFont typeface="Arial" panose="020B0604020202020204"/>
              <a:buNone/>
              <a:defRPr sz="900"/>
            </a:lvl5pPr>
            <a:lvl6pPr marL="2743200" lvl="5" indent="-228600" algn="l">
              <a:spcBef>
                <a:spcPts val="180"/>
              </a:spcBef>
              <a:spcAft>
                <a:spcPts val="0"/>
              </a:spcAft>
              <a:buClr>
                <a:schemeClr val="lt1"/>
              </a:buClr>
              <a:buSzPts val="900"/>
              <a:buFont typeface="Arial" panose="020B0604020202020204"/>
              <a:buNone/>
              <a:defRPr sz="900"/>
            </a:lvl6pPr>
            <a:lvl7pPr marL="3200400" lvl="6" indent="-228600" algn="l">
              <a:spcBef>
                <a:spcPts val="180"/>
              </a:spcBef>
              <a:spcAft>
                <a:spcPts val="0"/>
              </a:spcAft>
              <a:buClr>
                <a:schemeClr val="lt1"/>
              </a:buClr>
              <a:buSzPts val="900"/>
              <a:buFont typeface="Arial" panose="020B0604020202020204"/>
              <a:buNone/>
              <a:defRPr sz="900"/>
            </a:lvl7pPr>
            <a:lvl8pPr marL="3657600" lvl="7" indent="-228600" algn="l">
              <a:spcBef>
                <a:spcPts val="180"/>
              </a:spcBef>
              <a:spcAft>
                <a:spcPts val="0"/>
              </a:spcAft>
              <a:buClr>
                <a:schemeClr val="lt1"/>
              </a:buClr>
              <a:buSzPts val="900"/>
              <a:buFont typeface="Arial" panose="020B0604020202020204"/>
              <a:buNone/>
              <a:defRPr sz="900"/>
            </a:lvl8pPr>
            <a:lvl9pPr marL="4114800" lvl="8" indent="-228600" algn="l">
              <a:spcBef>
                <a:spcPts val="180"/>
              </a:spcBef>
              <a:spcAft>
                <a:spcPts val="0"/>
              </a:spcAft>
              <a:buClr>
                <a:schemeClr val="lt1"/>
              </a:buClr>
              <a:buSzPts val="900"/>
              <a:buFont typeface="Arial" panose="020B0604020202020204"/>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Рисунок с подписью">
  <p:cSld name="PICTURE_WITH_CAPTION_TEXT">
    <p:spTree>
      <p:nvGrpSpPr>
        <p:cNvPr id="34" name="Shape 34"/>
        <p:cNvGrpSpPr/>
        <p:nvPr/>
      </p:nvGrpSpPr>
      <p:grpSpPr>
        <a:xfrm>
          <a:off x="0" y="0"/>
          <a:ext cx="0" cy="0"/>
          <a:chOff x="0" y="0"/>
          <a:chExt cx="0" cy="0"/>
        </a:xfrm>
      </p:grpSpPr>
      <p:sp>
        <p:nvSpPr>
          <p:cNvPr id="35" name="Google Shape;35;p10"/>
          <p:cNvSpPr txBox="1"/>
          <p:nvPr>
            <p:ph type="title"/>
          </p:nvPr>
        </p:nvSpPr>
        <p:spPr>
          <a:xfrm>
            <a:off x="1792288" y="3600450"/>
            <a:ext cx="5486400" cy="425100"/>
          </a:xfrm>
          <a:prstGeom prst="rect">
            <a:avLst/>
          </a:prstGeom>
          <a:noFill/>
          <a:ln>
            <a:noFill/>
          </a:ln>
          <a:effectLst>
            <a:outerShdw dist="17961" dir="2700000" algn="ctr" rotWithShape="0">
              <a:schemeClr val="lt1"/>
            </a:outerShdw>
          </a:effectLst>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0"/>
          <p:cNvSpPr/>
          <p:nvPr>
            <p:ph type="pic" idx="2"/>
          </p:nvPr>
        </p:nvSpPr>
        <p:spPr>
          <a:xfrm>
            <a:off x="1792288" y="459581"/>
            <a:ext cx="5486400" cy="30861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1"/>
              </a:buClr>
              <a:buSzPts val="3200"/>
              <a:buFont typeface="Arial" panose="020B0604020202020204"/>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spcBef>
                <a:spcPts val="560"/>
              </a:spcBef>
              <a:spcAft>
                <a:spcPts val="0"/>
              </a:spcAft>
              <a:buClr>
                <a:schemeClr val="lt1"/>
              </a:buClr>
              <a:buSzPts val="2800"/>
              <a:buFont typeface="Arial" panose="020B0604020202020204"/>
              <a:buNone/>
              <a:defRPr sz="28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R="0" lvl="2" algn="l" rtl="0">
              <a:spcBef>
                <a:spcPts val="480"/>
              </a:spcBef>
              <a:spcAft>
                <a:spcPts val="0"/>
              </a:spcAft>
              <a:buClr>
                <a:schemeClr val="lt1"/>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R="0" lvl="3"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R="0" lvl="4"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R="0" lvl="5"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R="0" lvl="6"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R="0" lvl="7"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R="0" lvl="8"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
        <p:nvSpPr>
          <p:cNvPr id="37" name="Google Shape;37;p10"/>
          <p:cNvSpPr txBox="1"/>
          <p:nvPr>
            <p:ph type="body" idx="1"/>
          </p:nvPr>
        </p:nvSpPr>
        <p:spPr>
          <a:xfrm>
            <a:off x="1792288" y="4025503"/>
            <a:ext cx="5486400" cy="603600"/>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lt1"/>
              </a:buClr>
              <a:buSzPts val="1400"/>
              <a:buFont typeface="Arial" panose="020B0604020202020204"/>
              <a:buNone/>
              <a:defRPr sz="1400"/>
            </a:lvl1pPr>
            <a:lvl2pPr marL="914400" lvl="1" indent="-228600" algn="l">
              <a:spcBef>
                <a:spcPts val="240"/>
              </a:spcBef>
              <a:spcAft>
                <a:spcPts val="0"/>
              </a:spcAft>
              <a:buClr>
                <a:schemeClr val="lt1"/>
              </a:buClr>
              <a:buSzPts val="1200"/>
              <a:buFont typeface="Arial" panose="020B0604020202020204"/>
              <a:buNone/>
              <a:defRPr sz="1200"/>
            </a:lvl2pPr>
            <a:lvl3pPr marL="1371600" lvl="2" indent="-228600" algn="l">
              <a:spcBef>
                <a:spcPts val="200"/>
              </a:spcBef>
              <a:spcAft>
                <a:spcPts val="0"/>
              </a:spcAft>
              <a:buClr>
                <a:schemeClr val="lt1"/>
              </a:buClr>
              <a:buSzPts val="1000"/>
              <a:buFont typeface="Arial" panose="020B0604020202020204"/>
              <a:buNone/>
              <a:defRPr sz="1000"/>
            </a:lvl3pPr>
            <a:lvl4pPr marL="1828800" lvl="3" indent="-228600" algn="l">
              <a:spcBef>
                <a:spcPts val="180"/>
              </a:spcBef>
              <a:spcAft>
                <a:spcPts val="0"/>
              </a:spcAft>
              <a:buClr>
                <a:schemeClr val="lt1"/>
              </a:buClr>
              <a:buSzPts val="900"/>
              <a:buFont typeface="Arial" panose="020B0604020202020204"/>
              <a:buNone/>
              <a:defRPr sz="900"/>
            </a:lvl4pPr>
            <a:lvl5pPr marL="2286000" lvl="4" indent="-228600" algn="l">
              <a:spcBef>
                <a:spcPts val="180"/>
              </a:spcBef>
              <a:spcAft>
                <a:spcPts val="0"/>
              </a:spcAft>
              <a:buClr>
                <a:schemeClr val="lt1"/>
              </a:buClr>
              <a:buSzPts val="900"/>
              <a:buFont typeface="Arial" panose="020B0604020202020204"/>
              <a:buNone/>
              <a:defRPr sz="900"/>
            </a:lvl5pPr>
            <a:lvl6pPr marL="2743200" lvl="5" indent="-228600" algn="l">
              <a:spcBef>
                <a:spcPts val="180"/>
              </a:spcBef>
              <a:spcAft>
                <a:spcPts val="0"/>
              </a:spcAft>
              <a:buClr>
                <a:schemeClr val="lt1"/>
              </a:buClr>
              <a:buSzPts val="900"/>
              <a:buFont typeface="Arial" panose="020B0604020202020204"/>
              <a:buNone/>
              <a:defRPr sz="900"/>
            </a:lvl6pPr>
            <a:lvl7pPr marL="3200400" lvl="6" indent="-228600" algn="l">
              <a:spcBef>
                <a:spcPts val="180"/>
              </a:spcBef>
              <a:spcAft>
                <a:spcPts val="0"/>
              </a:spcAft>
              <a:buClr>
                <a:schemeClr val="lt1"/>
              </a:buClr>
              <a:buSzPts val="900"/>
              <a:buFont typeface="Arial" panose="020B0604020202020204"/>
              <a:buNone/>
              <a:defRPr sz="900"/>
            </a:lvl7pPr>
            <a:lvl8pPr marL="3657600" lvl="7" indent="-228600" algn="l">
              <a:spcBef>
                <a:spcPts val="180"/>
              </a:spcBef>
              <a:spcAft>
                <a:spcPts val="0"/>
              </a:spcAft>
              <a:buClr>
                <a:schemeClr val="lt1"/>
              </a:buClr>
              <a:buSzPts val="900"/>
              <a:buFont typeface="Arial" panose="020B0604020202020204"/>
              <a:buNone/>
              <a:defRPr sz="900"/>
            </a:lvl8pPr>
            <a:lvl9pPr marL="4114800" lvl="8" indent="-228600" algn="l">
              <a:spcBef>
                <a:spcPts val="180"/>
              </a:spcBef>
              <a:spcAft>
                <a:spcPts val="0"/>
              </a:spcAft>
              <a:buClr>
                <a:schemeClr val="lt1"/>
              </a:buClr>
              <a:buSzPts val="900"/>
              <a:buFont typeface="Arial" panose="020B0604020202020204"/>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Заголовок и вертикальный текст">
  <p:cSld name="VERTICAL_TEXT">
    <p:spTree>
      <p:nvGrpSpPr>
        <p:cNvPr id="38" name="Shape 38"/>
        <p:cNvGrpSpPr/>
        <p:nvPr/>
      </p:nvGrpSpPr>
      <p:grpSpPr>
        <a:xfrm>
          <a:off x="0" y="0"/>
          <a:ext cx="0" cy="0"/>
          <a:chOff x="0" y="0"/>
          <a:chExt cx="0" cy="0"/>
        </a:xfrm>
      </p:grpSpPr>
      <p:sp>
        <p:nvSpPr>
          <p:cNvPr id="39" name="Google Shape;39;p11"/>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1"/>
          <p:cNvSpPr txBox="1"/>
          <p:nvPr>
            <p:ph type="body" idx="1"/>
          </p:nvPr>
        </p:nvSpPr>
        <p:spPr>
          <a:xfrm rot="5400000">
            <a:off x="3077813" y="-560869"/>
            <a:ext cx="3564600" cy="6481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Вертикальный заголовок и текст">
  <p:cSld name="VERTICAL_TITLE_AND_VERTICAL_TEXT">
    <p:spTree>
      <p:nvGrpSpPr>
        <p:cNvPr id="41" name="Shape 41"/>
        <p:cNvGrpSpPr/>
        <p:nvPr/>
      </p:nvGrpSpPr>
      <p:grpSpPr>
        <a:xfrm>
          <a:off x="0" y="0"/>
          <a:ext cx="0" cy="0"/>
          <a:chOff x="0" y="0"/>
          <a:chExt cx="0" cy="0"/>
        </a:xfrm>
      </p:grpSpPr>
      <p:sp>
        <p:nvSpPr>
          <p:cNvPr id="42" name="Google Shape;42;p12"/>
          <p:cNvSpPr txBox="1"/>
          <p:nvPr>
            <p:ph type="title"/>
          </p:nvPr>
        </p:nvSpPr>
        <p:spPr>
          <a:xfrm rot="5400000">
            <a:off x="5157863" y="1519313"/>
            <a:ext cx="4267200" cy="16191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2"/>
          <p:cNvSpPr txBox="1"/>
          <p:nvPr>
            <p:ph type="body" idx="1"/>
          </p:nvPr>
        </p:nvSpPr>
        <p:spPr>
          <a:xfrm rot="5400000">
            <a:off x="1840763" y="-26137"/>
            <a:ext cx="4267200" cy="4710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marR="0" lvl="0"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
        <p:nvSpPr>
          <p:cNvPr id="7" name="Google Shape;7;p1"/>
          <p:cNvSpPr txBox="1"/>
          <p:nvPr>
            <p:ph type="body" idx="1"/>
          </p:nvPr>
        </p:nvSpPr>
        <p:spPr>
          <a:xfrm>
            <a:off x="1619250" y="897731"/>
            <a:ext cx="6481800" cy="3564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lt1"/>
              </a:buClr>
              <a:buSzPts val="2800"/>
              <a:buFont typeface="Arial" panose="020B0604020202020204"/>
              <a:buChar char="•"/>
              <a:defRPr sz="28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914400" marR="0" lvl="1" indent="-381000" algn="l" rtl="0">
              <a:spcBef>
                <a:spcPts val="480"/>
              </a:spcBef>
              <a:spcAft>
                <a:spcPts val="0"/>
              </a:spcAft>
              <a:buClr>
                <a:schemeClr val="lt1"/>
              </a:buClr>
              <a:buSzPts val="2400"/>
              <a:buFont typeface="Arial" panose="020B0604020202020204"/>
              <a:buChar char="–"/>
              <a:defRPr sz="24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381000" algn="l" rtl="0">
              <a:spcBef>
                <a:spcPts val="480"/>
              </a:spcBef>
              <a:spcAft>
                <a:spcPts val="0"/>
              </a:spcAft>
              <a:buClr>
                <a:schemeClr val="lt1"/>
              </a:buClr>
              <a:buSzPts val="2400"/>
              <a:buFont typeface="Arial" panose="020B0604020202020204"/>
              <a:buChar char="•"/>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3200400" marR="0" lvl="6"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3657600" marR="0" lvl="7"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4114800" marR="0" lvl="8"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9.xml"/><Relationship Id="rId2" Type="http://schemas.openxmlformats.org/officeDocument/2006/relationships/image" Target="../media/image4.jpe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47" name="Shape 47"/>
        <p:cNvGrpSpPr/>
        <p:nvPr/>
      </p:nvGrpSpPr>
      <p:grpSpPr>
        <a:xfrm>
          <a:off x="0" y="0"/>
          <a:ext cx="0" cy="0"/>
          <a:chOff x="0" y="0"/>
          <a:chExt cx="0" cy="0"/>
        </a:xfrm>
      </p:grpSpPr>
      <p:sp>
        <p:nvSpPr>
          <p:cNvPr id="48" name="Google Shape;48;p13"/>
          <p:cNvSpPr txBox="1"/>
          <p:nvPr>
            <p:ph type="ctrTitle"/>
          </p:nvPr>
        </p:nvSpPr>
        <p:spPr>
          <a:xfrm>
            <a:off x="311785" y="208280"/>
            <a:ext cx="8498205" cy="184721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rPr>
              <a:t>HOSPITAL </a:t>
            </a:r>
            <a:r>
              <a:rPr 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rPr>
              <a:t>Management System​</a:t>
            </a:r>
            <a:r>
              <a:rPr lang="en-US" alt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rPr>
              <a:t> USING MERN STACK</a:t>
            </a:r>
            <a:endParaRPr lang="en-US" alt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endParaRPr>
          </a:p>
        </p:txBody>
      </p:sp>
      <p:sp>
        <p:nvSpPr>
          <p:cNvPr id="49" name="Google Shape;49;p13"/>
          <p:cNvSpPr txBox="1"/>
          <p:nvPr>
            <p:ph type="subTitle" idx="1"/>
          </p:nvPr>
        </p:nvSpPr>
        <p:spPr>
          <a:xfrm>
            <a:off x="547370" y="2571750"/>
            <a:ext cx="5654675" cy="2313305"/>
          </a:xfrm>
          <a:prstGeom prst="rect">
            <a:avLst/>
          </a:prstGeom>
        </p:spPr>
        <p:txBody>
          <a:bodyPr spcFirstLastPara="1" wrap="square" lIns="91425" tIns="45700" rIns="91425" bIns="45700" anchor="t" anchorCtr="0">
            <a:noAutofit/>
          </a:bodyPr>
          <a:lstStyle/>
          <a:p>
            <a:pPr marL="457200" lvl="0" indent="0" algn="l" rtl="0">
              <a:spcBef>
                <a:spcPts val="400"/>
              </a:spcBef>
              <a:spcAft>
                <a:spcPts val="0"/>
              </a:spcAft>
              <a:buNone/>
            </a:pPr>
            <a:r>
              <a:rPr lang="en-US" altLang="en-GB" sz="2800" b="0">
                <a:latin typeface="Comic Sans MS" panose="030F0702030302020204" charset="0"/>
                <a:ea typeface="Merriweather" panose="00000500000000000000"/>
                <a:cs typeface="Comic Sans MS" panose="030F0702030302020204" charset="0"/>
                <a:sym typeface="Merriweather" panose="00000500000000000000"/>
              </a:rPr>
              <a:t>Name: </a:t>
            </a:r>
            <a:r>
              <a:rPr lang="en-GB" sz="2800" b="0">
                <a:latin typeface="Comic Sans MS" panose="030F0702030302020204" charset="0"/>
                <a:ea typeface="Merriweather" panose="00000500000000000000"/>
                <a:cs typeface="Comic Sans MS" panose="030F0702030302020204" charset="0"/>
                <a:sym typeface="Merriweather" panose="00000500000000000000"/>
              </a:rPr>
              <a:t>B Sahithya </a:t>
            </a:r>
            <a:endParaRPr lang="en-GB" sz="2800" b="0">
              <a:latin typeface="Comic Sans MS" panose="030F0702030302020204" charset="0"/>
              <a:ea typeface="Merriweather" panose="00000500000000000000"/>
              <a:cs typeface="Comic Sans MS" panose="030F0702030302020204" charset="0"/>
              <a:sym typeface="Merriweather" panose="00000500000000000000"/>
            </a:endParaRPr>
          </a:p>
          <a:p>
            <a:pPr marL="457200" lvl="0" indent="0" algn="l" rtl="0">
              <a:spcBef>
                <a:spcPts val="400"/>
              </a:spcBef>
              <a:spcAft>
                <a:spcPts val="0"/>
              </a:spcAft>
              <a:buNone/>
            </a:pPr>
            <a:r>
              <a:rPr lang="en-US" altLang="en-GB" sz="2800" b="0">
                <a:latin typeface="Comic Sans MS" panose="030F0702030302020204" charset="0"/>
                <a:ea typeface="Merriweather" panose="00000500000000000000"/>
                <a:cs typeface="Comic Sans MS" panose="030F0702030302020204" charset="0"/>
                <a:sym typeface="Merriweather" panose="00000500000000000000"/>
              </a:rPr>
              <a:t>Reg No: </a:t>
            </a:r>
            <a:r>
              <a:rPr lang="en-GB" sz="2800" b="0">
                <a:latin typeface="Comic Sans MS" panose="030F0702030302020204" charset="0"/>
                <a:ea typeface="Cambria Math" panose="02040503050406030204"/>
                <a:cs typeface="Comic Sans MS" panose="030F0702030302020204" charset="0"/>
                <a:sym typeface="Cambria Math" panose="02040503050406030204"/>
              </a:rPr>
              <a:t>20MIC0007</a:t>
            </a:r>
            <a:endParaRPr sz="2800">
              <a:latin typeface="Comic Sans MS" panose="030F0702030302020204" charset="0"/>
              <a:ea typeface="Cambria Math" panose="02040503050406030204"/>
              <a:cs typeface="Comic Sans MS" panose="030F0702030302020204" charset="0"/>
              <a:sym typeface="Cambria Math" panose="02040503050406030204"/>
            </a:endParaRPr>
          </a:p>
          <a:p>
            <a:pPr marL="457200" lvl="0" indent="0" algn="l" rtl="0">
              <a:spcBef>
                <a:spcPts val="400"/>
              </a:spcBef>
              <a:spcAft>
                <a:spcPts val="0"/>
              </a:spcAft>
              <a:buNone/>
            </a:pPr>
            <a:endParaRPr sz="2800">
              <a:latin typeface="Comic Sans MS" panose="030F0702030302020204" charset="0"/>
              <a:ea typeface="Cambria Math" panose="02040503050406030204"/>
              <a:cs typeface="Comic Sans MS" panose="030F0702030302020204" charset="0"/>
              <a:sym typeface="Cambria Math" panose="02040503050406030204"/>
            </a:endParaRPr>
          </a:p>
        </p:txBody>
      </p:sp>
      <p:sp>
        <p:nvSpPr>
          <p:cNvPr id="2" name="Text Box 1"/>
          <p:cNvSpPr txBox="1"/>
          <p:nvPr/>
        </p:nvSpPr>
        <p:spPr>
          <a:xfrm>
            <a:off x="7019290" y="4578350"/>
            <a:ext cx="1791335" cy="306705"/>
          </a:xfrm>
          <a:prstGeom prst="rect">
            <a:avLst/>
          </a:prstGeom>
          <a:noFill/>
        </p:spPr>
        <p:txBody>
          <a:bodyPr wrap="square" rtlCol="0">
            <a:spAutoFit/>
          </a:bodyPr>
          <a:p>
            <a:r>
              <a:rPr lang="en-US">
                <a:solidFill>
                  <a:schemeClr val="bg1"/>
                </a:solidFill>
                <a:latin typeface="Comic Sans MS" panose="030F0702030302020204" charset="0"/>
                <a:cs typeface="Comic Sans MS" panose="030F0702030302020204" charset="0"/>
              </a:rPr>
              <a:t>Date: 17/10/2024</a:t>
            </a:r>
            <a:endParaRPr lang="en-US">
              <a:solidFill>
                <a:schemeClr val="bg1"/>
              </a:solidFill>
              <a:latin typeface="Comic Sans MS" panose="030F0702030302020204" charset="0"/>
              <a:cs typeface="Comic Sans MS" panose="030F07020303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793150" y="212383"/>
            <a:ext cx="6408600" cy="637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GB" sz="3400" u="sng">
                <a:latin typeface="Algerian" panose="04020705040A02060702"/>
                <a:ea typeface="Algerian" panose="04020705040A02060702"/>
                <a:cs typeface="Algerian" panose="04020705040A02060702"/>
                <a:sym typeface="Algerian" panose="04020705040A02060702"/>
              </a:rPr>
              <a:t>Overview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127125"/>
            <a:ext cx="8428990" cy="3779520"/>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GB" sz="1800">
                <a:latin typeface="Comic Sans MS" panose="030F0702030302020204" charset="0"/>
                <a:cs typeface="Comic Sans MS" panose="030F0702030302020204" charset="0"/>
              </a:rPr>
              <a:t>Introduction</a:t>
            </a:r>
            <a:endParaRPr lang="en-GB"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1800">
                <a:latin typeface="Comic Sans MS" panose="030F0702030302020204" charset="0"/>
                <a:cs typeface="Comic Sans MS" panose="030F0702030302020204" charset="0"/>
              </a:rPr>
              <a:t>Gaps identified</a:t>
            </a:r>
            <a:endParaRPr lang="en-US" altLang="en-GB"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1800">
                <a:latin typeface="Comic Sans MS" panose="030F0702030302020204" charset="0"/>
                <a:cs typeface="Comic Sans MS" panose="030F0702030302020204" charset="0"/>
              </a:rPr>
              <a:t>Objectives</a:t>
            </a:r>
            <a:r>
              <a:rPr lang="en-GB" sz="1800">
                <a:latin typeface="Comic Sans MS" panose="030F0702030302020204" charset="0"/>
                <a:cs typeface="Comic Sans MS" panose="030F0702030302020204" charset="0"/>
              </a:rPr>
              <a:t> </a:t>
            </a:r>
            <a:endParaRPr lang="en-GB"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1800">
                <a:latin typeface="Comic Sans MS" panose="030F0702030302020204" charset="0"/>
                <a:cs typeface="Comic Sans MS" panose="030F0702030302020204" charset="0"/>
              </a:rPr>
              <a:t>Problem Statement</a:t>
            </a:r>
            <a:endParaRPr lang="en-US" altLang="en-GB"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Project Plan</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1800">
                <a:latin typeface="Comic Sans MS" panose="030F0702030302020204" charset="0"/>
                <a:cs typeface="Comic Sans MS" panose="030F0702030302020204" charset="0"/>
              </a:rPr>
              <a:t>Proposed Architecture</a:t>
            </a:r>
            <a:endParaRPr lang="en-US" altLang="en-GB"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1800">
                <a:latin typeface="Comic Sans MS" panose="030F0702030302020204" charset="0"/>
                <a:cs typeface="Comic Sans MS" panose="030F0702030302020204" charset="0"/>
              </a:rPr>
              <a:t>Technologies to be used</a:t>
            </a:r>
            <a:endParaRPr lang="en-US" altLang="en-GB" sz="1800">
              <a:latin typeface="Comic Sans MS" panose="030F0702030302020204" charset="0"/>
              <a:cs typeface="Comic Sans MS" panose="030F07020303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793150" y="212383"/>
            <a:ext cx="6408600" cy="637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introduction</a:t>
            </a:r>
            <a:r>
              <a:rPr lang="en-GB" sz="3400" u="sng">
                <a:latin typeface="Algerian" panose="04020705040A02060702"/>
                <a:ea typeface="Algerian" panose="04020705040A02060702"/>
                <a:cs typeface="Algerian" panose="04020705040A02060702"/>
                <a:sym typeface="Algerian" panose="04020705040A02060702"/>
              </a:rPr>
              <a:t>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185545"/>
            <a:ext cx="8428990" cy="3756025"/>
          </a:xfrm>
          <a:prstGeom prst="rect">
            <a:avLst/>
          </a:prstGeom>
        </p:spPr>
        <p:txBody>
          <a:bodyPr spcFirstLastPara="1" wrap="square" lIns="91425" tIns="45700" rIns="91425" bIns="45700" anchor="t" anchorCtr="0">
            <a:noAutofit/>
          </a:bodyPr>
          <a:lstStyle/>
          <a:p>
            <a:pPr marL="285750" indent="-285750" algn="just">
              <a:lnSpc>
                <a:spcPct val="150000"/>
              </a:lnSpc>
              <a:buFont typeface="Wingdings" panose="05000000000000000000" charset="0"/>
              <a:buChar char="q"/>
            </a:pPr>
            <a:r>
              <a:rPr lang="en-US" sz="1800" dirty="0">
                <a:latin typeface="Comic Sans MS" panose="030F0702030302020204" charset="0"/>
                <a:ea typeface="Open Sans" panose="020B0606030504020204" pitchFamily="34" charset="0"/>
                <a:cs typeface="Open Sans" panose="020B0606030504020204" pitchFamily="34" charset="0"/>
                <a:sym typeface="+mn-ea"/>
              </a:rPr>
              <a:t>A hospital management system (HMS) is a comprehensive software solution designed to streamline and automate various administrative, clinical, and financial processes within a healthcare facility.</a:t>
            </a:r>
            <a:endParaRPr lang="en-US" sz="1800" dirty="0">
              <a:latin typeface="Comic Sans MS" panose="030F0702030302020204" charset="0"/>
              <a:ea typeface="Open Sans" panose="020B0606030504020204" pitchFamily="34" charset="0"/>
              <a:cs typeface="Open Sans" panose="020B0606030504020204" pitchFamily="34" charset="0"/>
            </a:endParaRPr>
          </a:p>
          <a:p>
            <a:pPr marL="285750" indent="-285750" algn="just">
              <a:lnSpc>
                <a:spcPct val="150000"/>
              </a:lnSpc>
              <a:buFont typeface="Wingdings" panose="05000000000000000000" charset="0"/>
              <a:buChar char="q"/>
            </a:pPr>
            <a:r>
              <a:rPr lang="en-GB" sz="1800">
                <a:latin typeface="Comic Sans MS" panose="030F0702030302020204" charset="0"/>
                <a:cs typeface="Comic Sans MS" panose="030F0702030302020204" charset="0"/>
              </a:rPr>
              <a:t>It incorporates a number of healthcare administration functions, such as prescription management, medical inventory management, doctor scheduling, and patient visits. </a:t>
            </a:r>
            <a:endParaRPr lang="en-GB" sz="1800">
              <a:latin typeface="Comic Sans MS" panose="030F0702030302020204" charset="0"/>
              <a:cs typeface="Comic Sans MS" panose="030F0702030302020204" charset="0"/>
            </a:endParaRPr>
          </a:p>
          <a:p>
            <a:pPr marL="285750" indent="-285750" algn="just">
              <a:lnSpc>
                <a:spcPct val="150000"/>
              </a:lnSpc>
              <a:buFont typeface="Wingdings" panose="05000000000000000000" charset="0"/>
              <a:buChar char="q"/>
            </a:pPr>
            <a:r>
              <a:rPr lang="en-GB" sz="1800">
                <a:latin typeface="Comic Sans MS" panose="030F0702030302020204" charset="0"/>
                <a:cs typeface="Comic Sans MS" panose="030F0702030302020204" charset="0"/>
              </a:rPr>
              <a:t>By digitizing and automating administrative and clinical tasks, an HMS improves the efficiency, accuracy, and quality of healthcare services.</a:t>
            </a:r>
            <a:endParaRPr lang="en-GB" sz="1800">
              <a:latin typeface="Comic Sans MS" panose="030F0702030302020204" charset="0"/>
              <a:cs typeface="Comic Sans MS" panose="030F07020303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793150" y="212383"/>
            <a:ext cx="6408600" cy="637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introduction...</a:t>
            </a:r>
            <a:r>
              <a:rPr lang="en-GB" sz="3400" u="sng">
                <a:latin typeface="Algerian" panose="04020705040A02060702"/>
                <a:ea typeface="Algerian" panose="04020705040A02060702"/>
                <a:cs typeface="Algerian" panose="04020705040A02060702"/>
                <a:sym typeface="Algerian" panose="04020705040A02060702"/>
              </a:rPr>
              <a:t>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149350"/>
            <a:ext cx="8428990" cy="3813175"/>
          </a:xfrm>
          <a:prstGeom prst="rect">
            <a:avLst/>
          </a:prstGeom>
        </p:spPr>
        <p:txBody>
          <a:bodyPr spcFirstLastPara="1" wrap="square" lIns="91425" tIns="45700" rIns="91425" bIns="45700" anchor="t" anchorCtr="0">
            <a:noAutofit/>
          </a:bodyPr>
          <a:lstStyle/>
          <a:p>
            <a:pPr lvl="0" algn="just" rtl="0">
              <a:lnSpc>
                <a:spcPct val="150000"/>
              </a:lnSpc>
              <a:spcBef>
                <a:spcPts val="0"/>
              </a:spcBef>
              <a:spcAft>
                <a:spcPts val="0"/>
              </a:spcAft>
              <a:buClr>
                <a:srgbClr val="FFFFFF"/>
              </a:buClr>
              <a:buSzPts val="1800"/>
              <a:buFont typeface="Wingdings" panose="05000000000000000000" charset="0"/>
              <a:buChar char="q"/>
            </a:pPr>
            <a:r>
              <a:rPr lang="en-US" altLang="en-GB" sz="1800">
                <a:latin typeface="Comic Sans MS" panose="030F0702030302020204" charset="0"/>
                <a:cs typeface="Comic Sans MS" panose="030F0702030302020204" charset="0"/>
              </a:rPr>
              <a:t>T</a:t>
            </a:r>
            <a:r>
              <a:rPr lang="en-GB" sz="1800">
                <a:latin typeface="Comic Sans MS" panose="030F0702030302020204" charset="0"/>
                <a:cs typeface="Comic Sans MS" panose="030F0702030302020204" charset="0"/>
              </a:rPr>
              <a:t>his HMS is built using the MERN stack—a combination of MongoDB, Express.js, React, and Node.js.</a:t>
            </a:r>
            <a:r>
              <a:rPr lang="en-US" altLang="en-GB" sz="1800">
                <a:latin typeface="Comic Sans MS" panose="030F0702030302020204" charset="0"/>
                <a:cs typeface="Comic Sans MS" panose="030F0702030302020204" charset="0"/>
              </a:rPr>
              <a:t> </a:t>
            </a:r>
            <a:r>
              <a:rPr lang="en-GB" sz="1800">
                <a:latin typeface="Comic Sans MS" panose="030F0702030302020204" charset="0"/>
                <a:cs typeface="Comic Sans MS" panose="030F0702030302020204" charset="0"/>
              </a:rPr>
              <a:t>Every element in the stack is essential to creating a cutting-edge, adaptable, and data-driven hospital management system</a:t>
            </a:r>
            <a:r>
              <a:rPr lang="en-US" altLang="en-GB" sz="1800">
                <a:latin typeface="Comic Sans MS" panose="030F0702030302020204" charset="0"/>
                <a:cs typeface="Comic Sans MS" panose="030F0702030302020204" charset="0"/>
              </a:rPr>
              <a:t>. </a:t>
            </a:r>
            <a:endParaRPr lang="en-US" altLang="en-GB" sz="1800">
              <a:latin typeface="Comic Sans MS" panose="030F0702030302020204" charset="0"/>
              <a:cs typeface="Comic Sans MS" panose="030F0702030302020204" charset="0"/>
            </a:endParaRPr>
          </a:p>
          <a:p>
            <a:pPr lvl="0" algn="just" rtl="0">
              <a:lnSpc>
                <a:spcPct val="150000"/>
              </a:lnSpc>
              <a:spcBef>
                <a:spcPts val="0"/>
              </a:spcBef>
              <a:spcAft>
                <a:spcPts val="0"/>
              </a:spcAft>
              <a:buClr>
                <a:srgbClr val="FFFFFF"/>
              </a:buClr>
              <a:buSzPts val="1800"/>
              <a:buFont typeface="Wingdings" panose="05000000000000000000" charset="0"/>
              <a:buChar char="q"/>
            </a:pPr>
            <a:r>
              <a:rPr lang="en-US" altLang="en-GB" sz="1800">
                <a:latin typeface="Comic Sans MS" panose="030F0702030302020204" charset="0"/>
                <a:cs typeface="Comic Sans MS" panose="030F0702030302020204" charset="0"/>
              </a:rPr>
              <a:t>The MERN stack is widely used for developing full-stack web applications due to its flexibility, scalability, and efficiency. </a:t>
            </a:r>
            <a:endParaRPr lang="en-US" altLang="en-GB" sz="1800">
              <a:latin typeface="Comic Sans MS" panose="030F0702030302020204" charset="0"/>
              <a:cs typeface="Comic Sans MS" panose="030F0702030302020204" charset="0"/>
            </a:endParaRPr>
          </a:p>
          <a:p>
            <a:pPr lvl="0" algn="just" rtl="0">
              <a:lnSpc>
                <a:spcPct val="150000"/>
              </a:lnSpc>
              <a:spcBef>
                <a:spcPts val="0"/>
              </a:spcBef>
              <a:spcAft>
                <a:spcPts val="0"/>
              </a:spcAft>
              <a:buClr>
                <a:srgbClr val="FFFFFF"/>
              </a:buClr>
              <a:buSzPts val="1800"/>
              <a:buFont typeface="Wingdings" panose="05000000000000000000" charset="0"/>
              <a:buChar char="q"/>
            </a:pPr>
            <a:r>
              <a:rPr lang="en-US" altLang="en-GB" sz="1800">
                <a:latin typeface="Comic Sans MS" panose="030F0702030302020204" charset="0"/>
                <a:cs typeface="Comic Sans MS" panose="030F0702030302020204" charset="0"/>
              </a:rPr>
              <a:t>Each component of the stack plays a crucial role in building a modern, responsive, and data-driven hospital management solution</a:t>
            </a:r>
            <a:endParaRPr lang="en-US" altLang="en-GB" sz="1800">
              <a:latin typeface="Comic Sans MS" panose="030F0702030302020204" charset="0"/>
              <a:cs typeface="Comic Sans MS" panose="030F07020303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gaps identified</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771525"/>
            <a:ext cx="8943975" cy="431355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The system may not be accessible to individuals with limited internet access or technological proficiency [4].</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The system's reliability in accurately directing patients to the right department based on their symptoms might be a challenge, especially if the symptoms are complex or require in-person evaluation [5].</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The responsive of the application needs to be implemented to boost the application performance and to increase the availability of the website [5].</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Scalability to real world hospital scenario where large number of patients who want to access the application and requires complex scheduling requirements [7].</a:t>
            </a:r>
            <a:endParaRPr sz="1800">
              <a:latin typeface="Comic Sans MS" panose="030F0702030302020204" charset="0"/>
              <a:cs typeface="Comic Sans MS" panose="030F07020303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objectives</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771525"/>
            <a:ext cx="8943975" cy="431355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integrate the MERN stack to enable scalability and flexibility, making it simple to integrate new features and expand the system in the future.</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increase efficiency in administration by providing resources for tracking inventory, scheduling appointments, checking doctor availability, and creating hospital reports.</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improve patient care by providing a simple user friendly interface to the patients to schedule appointments, read prescriptions, and access medical data.</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enable real-time data access for doctors, admins, and patients, ensuring fast access to the website.</a:t>
            </a:r>
            <a:endParaRPr sz="1800">
              <a:latin typeface="Comic Sans MS" panose="030F0702030302020204" charset="0"/>
              <a:cs typeface="Comic Sans MS" panose="030F07020303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793150" y="212383"/>
            <a:ext cx="6408600" cy="637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400" u="sng">
                <a:latin typeface="Algerian" panose="04020705040A02060702"/>
                <a:ea typeface="Algerian" panose="04020705040A02060702"/>
                <a:cs typeface="Algerian" panose="04020705040A02060702"/>
                <a:sym typeface="Algerian" panose="04020705040A02060702"/>
              </a:rPr>
              <a:t>problem statement</a:t>
            </a:r>
            <a:endParaRPr lang="en-US"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527175"/>
            <a:ext cx="8428990" cy="2794000"/>
          </a:xfrm>
          <a:prstGeom prst="rect">
            <a:avLst/>
          </a:prstGeom>
        </p:spPr>
        <p:txBody>
          <a:bodyPr spcFirstLastPara="1" wrap="square" lIns="91425" tIns="45700" rIns="91425" bIns="45700" anchor="t" anchorCtr="0">
            <a:noAutofit/>
          </a:bodyPr>
          <a:lstStyle/>
          <a:p>
            <a:pPr marL="0" lvl="0" indent="0" algn="just" rtl="0">
              <a:lnSpc>
                <a:spcPct val="100000"/>
              </a:lnSpc>
              <a:spcBef>
                <a:spcPts val="0"/>
              </a:spcBef>
              <a:spcAft>
                <a:spcPts val="0"/>
              </a:spcAft>
              <a:buFont typeface="Wingdings" panose="05000000000000000000" charset="0"/>
              <a:buNone/>
            </a:pPr>
            <a:r>
              <a:rPr lang="en-US" sz="1800" b="0" dirty="0">
                <a:latin typeface="Comic Sans MS" panose="030F0702030302020204" charset="0"/>
                <a:ea typeface="Open Sans" panose="020B0606030504020204" pitchFamily="34" charset="0"/>
                <a:cs typeface="Open Sans" panose="020B0606030504020204" pitchFamily="34" charset="0"/>
                <a:sym typeface="+mn-ea"/>
              </a:rPr>
              <a:t>Ineffective manual processes in hospitals lead to mistakes, increased waiting times, and operational obstacles, affecting appointment management, medication tracking, and inventory control. Doctors struggle with resource management, while patients face difficulties in scheduling appointments and accessing medical records. Hospital administrators are burdened with manual tasks, impacting patient care quality and operational efficiency. Therefore, a comprehensive, web-based Hospital Management System (HMS) using the MERN stack is essential to automate key functions, improve efficiency, and enhance patient care while ensuring data security and scalability.</a:t>
            </a:r>
            <a:endParaRPr lang="en-US" sz="1800" b="0" dirty="0">
              <a:latin typeface="Comic Sans MS" panose="030F0702030302020204" charset="0"/>
              <a:ea typeface="Open Sans" panose="020B0606030504020204" pitchFamily="34" charset="0"/>
              <a:cs typeface="Open Sans" panose="020B0606030504020204" pitchFamily="3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63525" y="212090"/>
            <a:ext cx="6938010" cy="63754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400" u="sng">
                <a:latin typeface="Algerian" panose="04020705040A02060702"/>
                <a:ea typeface="Algerian" panose="04020705040A02060702"/>
                <a:cs typeface="Algerian" panose="04020705040A02060702"/>
                <a:sym typeface="Algerian" panose="04020705040A02060702"/>
              </a:rPr>
              <a:t>project plan</a:t>
            </a:r>
            <a:endParaRPr lang="en-US"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263525" y="1035685"/>
            <a:ext cx="8649970" cy="3898265"/>
          </a:xfrm>
          <a:prstGeom prst="rect">
            <a:avLst/>
          </a:prstGeom>
        </p:spPr>
        <p:txBody>
          <a:bodyPr spcFirstLastPara="1" wrap="square" lIns="91425" tIns="45700" rIns="91425" bIns="45700" anchor="t" anchorCtr="0">
            <a:noAutofit/>
          </a:bodyPr>
          <a:lstStyle/>
          <a:p>
            <a:pPr marL="285750" lvl="0" indent="-285750" algn="just" rtl="0">
              <a:lnSpc>
                <a:spcPct val="150000"/>
              </a:lnSpc>
              <a:spcBef>
                <a:spcPts val="0"/>
              </a:spcBef>
              <a:spcAft>
                <a:spcPts val="0"/>
              </a:spcAft>
              <a:buFont typeface="Wingdings" panose="05000000000000000000" charset="0"/>
              <a:buChar char="q"/>
            </a:pPr>
            <a:r>
              <a:rPr lang="en-US" sz="1800" b="0" dirty="0">
                <a:latin typeface="Comic Sans MS" panose="030F0702030302020204" charset="0"/>
                <a:ea typeface="Open Sans" panose="020B0606030504020204" pitchFamily="34" charset="0"/>
                <a:cs typeface="Open Sans" panose="020B0606030504020204" pitchFamily="34" charset="0"/>
                <a:sym typeface="+mn-ea"/>
              </a:rPr>
              <a:t>Phase 1: Project planning and brainstorming (July)</a:t>
            </a:r>
            <a:endParaRPr lang="en-US" sz="1800" b="0" dirty="0">
              <a:latin typeface="Comic Sans MS" panose="030F0702030302020204" charset="0"/>
              <a:ea typeface="Open Sans" panose="020B0606030504020204" pitchFamily="34" charset="0"/>
              <a:cs typeface="Open Sans" panose="020B0606030504020204" pitchFamily="34" charset="0"/>
              <a:sym typeface="+mn-ea"/>
            </a:endParaRPr>
          </a:p>
          <a:p>
            <a:pPr marL="285750" lvl="0" indent="-285750" algn="just" rtl="0">
              <a:lnSpc>
                <a:spcPct val="150000"/>
              </a:lnSpc>
              <a:spcBef>
                <a:spcPts val="0"/>
              </a:spcBef>
              <a:spcAft>
                <a:spcPts val="0"/>
              </a:spcAft>
              <a:buFont typeface="Wingdings" panose="05000000000000000000" charset="0"/>
              <a:buChar char="q"/>
            </a:pPr>
            <a:r>
              <a:rPr lang="en-US" sz="1800" b="0" dirty="0">
                <a:latin typeface="Comic Sans MS" panose="030F0702030302020204" charset="0"/>
                <a:ea typeface="Open Sans" panose="020B0606030504020204" pitchFamily="34" charset="0"/>
                <a:cs typeface="Open Sans" panose="020B0606030504020204" pitchFamily="34" charset="0"/>
                <a:sym typeface="+mn-ea"/>
              </a:rPr>
              <a:t>Phase 2: Review 0 and Literature Survey (August)</a:t>
            </a:r>
            <a:endParaRPr lang="en-US" sz="1800" b="0" dirty="0">
              <a:latin typeface="Comic Sans MS" panose="030F0702030302020204" charset="0"/>
              <a:ea typeface="Open Sans" panose="020B0606030504020204" pitchFamily="34" charset="0"/>
              <a:cs typeface="Open Sans" panose="020B0606030504020204" pitchFamily="34" charset="0"/>
              <a:sym typeface="+mn-ea"/>
            </a:endParaRPr>
          </a:p>
          <a:p>
            <a:pPr marL="285750" lvl="0" indent="-285750" algn="just" rtl="0">
              <a:lnSpc>
                <a:spcPct val="150000"/>
              </a:lnSpc>
              <a:spcBef>
                <a:spcPts val="0"/>
              </a:spcBef>
              <a:spcAft>
                <a:spcPts val="0"/>
              </a:spcAft>
              <a:buFont typeface="Wingdings" panose="05000000000000000000" charset="0"/>
              <a:buChar char="q"/>
            </a:pPr>
            <a:r>
              <a:rPr lang="en-US" sz="1800" b="0" dirty="0">
                <a:latin typeface="Comic Sans MS" panose="030F0702030302020204" charset="0"/>
                <a:ea typeface="Open Sans" panose="020B0606030504020204" pitchFamily="34" charset="0"/>
                <a:cs typeface="Open Sans" panose="020B0606030504020204" pitchFamily="34" charset="0"/>
                <a:sym typeface="+mn-ea"/>
              </a:rPr>
              <a:t>Phase 3: Finding gaps in literature survey (September)</a:t>
            </a:r>
            <a:endParaRPr lang="en-US" sz="1800" b="0" dirty="0">
              <a:latin typeface="Comic Sans MS" panose="030F0702030302020204" charset="0"/>
              <a:ea typeface="Open Sans" panose="020B0606030504020204" pitchFamily="34" charset="0"/>
              <a:cs typeface="Open Sans" panose="020B0606030504020204" pitchFamily="34" charset="0"/>
              <a:sym typeface="+mn-ea"/>
            </a:endParaRPr>
          </a:p>
          <a:p>
            <a:pPr marL="285750" lvl="0" indent="-285750" algn="just" rtl="0">
              <a:lnSpc>
                <a:spcPct val="150000"/>
              </a:lnSpc>
              <a:spcBef>
                <a:spcPts val="0"/>
              </a:spcBef>
              <a:spcAft>
                <a:spcPts val="0"/>
              </a:spcAft>
              <a:buFont typeface="Wingdings" panose="05000000000000000000" charset="0"/>
              <a:buChar char="q"/>
            </a:pPr>
            <a:r>
              <a:rPr lang="en-US" sz="1800" b="0" dirty="0">
                <a:latin typeface="Comic Sans MS" panose="030F0702030302020204" charset="0"/>
                <a:ea typeface="Open Sans" panose="020B0606030504020204" pitchFamily="34" charset="0"/>
                <a:cs typeface="Open Sans" panose="020B0606030504020204" pitchFamily="34" charset="0"/>
                <a:sym typeface="+mn-ea"/>
              </a:rPr>
              <a:t>Phase 4: Proposed Architecture and Review 1 (October)</a:t>
            </a:r>
            <a:endParaRPr lang="en-US" sz="1800" b="0" dirty="0">
              <a:latin typeface="Comic Sans MS" panose="030F0702030302020204" charset="0"/>
              <a:ea typeface="Open Sans" panose="020B0606030504020204" pitchFamily="34" charset="0"/>
              <a:cs typeface="Open Sans" panose="020B0606030504020204" pitchFamily="34" charset="0"/>
              <a:sym typeface="+mn-ea"/>
            </a:endParaRPr>
          </a:p>
          <a:p>
            <a:pPr marL="285750" lvl="0" indent="-285750" algn="just" rtl="0">
              <a:lnSpc>
                <a:spcPct val="150000"/>
              </a:lnSpc>
              <a:spcBef>
                <a:spcPts val="0"/>
              </a:spcBef>
              <a:spcAft>
                <a:spcPts val="0"/>
              </a:spcAft>
              <a:buFont typeface="Wingdings" panose="05000000000000000000" charset="0"/>
              <a:buChar char="q"/>
            </a:pPr>
            <a:r>
              <a:rPr lang="en-US" sz="1800" b="0" dirty="0">
                <a:latin typeface="Comic Sans MS" panose="030F0702030302020204" charset="0"/>
                <a:ea typeface="Open Sans" panose="020B0606030504020204" pitchFamily="34" charset="0"/>
                <a:cs typeface="Open Sans" panose="020B0606030504020204" pitchFamily="34" charset="0"/>
                <a:sym typeface="+mn-ea"/>
              </a:rPr>
              <a:t>Phase 5: Implementation (November)</a:t>
            </a:r>
            <a:endParaRPr lang="en-US" sz="1800" b="0" dirty="0">
              <a:latin typeface="Comic Sans MS" panose="030F0702030302020204" charset="0"/>
              <a:ea typeface="Open Sans" panose="020B0606030504020204" pitchFamily="34" charset="0"/>
              <a:cs typeface="Open Sans" panose="020B0606030504020204" pitchFamily="34" charset="0"/>
              <a:sym typeface="+mn-ea"/>
            </a:endParaRPr>
          </a:p>
          <a:p>
            <a:pPr marL="285750" lvl="0" indent="-285750" algn="just" rtl="0">
              <a:lnSpc>
                <a:spcPct val="150000"/>
              </a:lnSpc>
              <a:spcBef>
                <a:spcPts val="0"/>
              </a:spcBef>
              <a:spcAft>
                <a:spcPts val="0"/>
              </a:spcAft>
              <a:buFont typeface="Wingdings" panose="05000000000000000000" charset="0"/>
              <a:buChar char="q"/>
            </a:pPr>
            <a:r>
              <a:rPr lang="en-US" sz="1800" b="0" dirty="0">
                <a:latin typeface="Comic Sans MS" panose="030F0702030302020204" charset="0"/>
                <a:ea typeface="Open Sans" panose="020B0606030504020204" pitchFamily="34" charset="0"/>
                <a:cs typeface="Open Sans" panose="020B0606030504020204" pitchFamily="34" charset="0"/>
                <a:sym typeface="+mn-ea"/>
              </a:rPr>
              <a:t>Phase 6: Backend Implementation (December)</a:t>
            </a:r>
            <a:endParaRPr lang="en-US" sz="1800" b="0" dirty="0">
              <a:latin typeface="Comic Sans MS" panose="030F0702030302020204" charset="0"/>
              <a:ea typeface="Open Sans" panose="020B0606030504020204" pitchFamily="34" charset="0"/>
              <a:cs typeface="Open Sans" panose="020B0606030504020204" pitchFamily="34" charset="0"/>
              <a:sym typeface="+mn-ea"/>
            </a:endParaRPr>
          </a:p>
          <a:p>
            <a:pPr marL="285750" lvl="0" indent="-285750" algn="just" rtl="0">
              <a:lnSpc>
                <a:spcPct val="150000"/>
              </a:lnSpc>
              <a:spcBef>
                <a:spcPts val="0"/>
              </a:spcBef>
              <a:spcAft>
                <a:spcPts val="0"/>
              </a:spcAft>
              <a:buFont typeface="Wingdings" panose="05000000000000000000" charset="0"/>
              <a:buChar char="q"/>
            </a:pPr>
            <a:r>
              <a:rPr lang="en-US" sz="1800" b="0" dirty="0">
                <a:latin typeface="Comic Sans MS" panose="030F0702030302020204" charset="0"/>
                <a:ea typeface="Open Sans" panose="020B0606030504020204" pitchFamily="34" charset="0"/>
                <a:cs typeface="Open Sans" panose="020B0606030504020204" pitchFamily="34" charset="0"/>
                <a:sym typeface="+mn-ea"/>
              </a:rPr>
              <a:t>Phase 7: Review 2 (January)</a:t>
            </a:r>
            <a:endParaRPr lang="en-US" sz="1800" b="0" dirty="0">
              <a:latin typeface="Comic Sans MS" panose="030F0702030302020204" charset="0"/>
              <a:ea typeface="Open Sans" panose="020B0606030504020204" pitchFamily="34" charset="0"/>
              <a:cs typeface="Open Sans" panose="020B0606030504020204" pitchFamily="34" charset="0"/>
              <a:sym typeface="+mn-ea"/>
            </a:endParaRPr>
          </a:p>
          <a:p>
            <a:pPr marL="285750" lvl="0" indent="-285750" algn="just" rtl="0">
              <a:lnSpc>
                <a:spcPct val="150000"/>
              </a:lnSpc>
              <a:spcBef>
                <a:spcPts val="0"/>
              </a:spcBef>
              <a:spcAft>
                <a:spcPts val="0"/>
              </a:spcAft>
              <a:buFont typeface="Wingdings" panose="05000000000000000000" charset="0"/>
              <a:buChar char="q"/>
            </a:pPr>
            <a:r>
              <a:rPr lang="en-US" sz="1800" b="0" dirty="0">
                <a:latin typeface="Comic Sans MS" panose="030F0702030302020204" charset="0"/>
                <a:ea typeface="Open Sans" panose="020B0606030504020204" pitchFamily="34" charset="0"/>
                <a:cs typeface="Open Sans" panose="020B0606030504020204" pitchFamily="34" charset="0"/>
                <a:sym typeface="+mn-ea"/>
              </a:rPr>
              <a:t>Final Phase: Review 3 (February)</a:t>
            </a:r>
            <a:endParaRPr lang="en-US" sz="1800" b="0" dirty="0">
              <a:latin typeface="Comic Sans MS" panose="030F0702030302020204" charset="0"/>
              <a:ea typeface="Open Sans" panose="020B0606030504020204" pitchFamily="34" charset="0"/>
              <a:cs typeface="Open Sans" panose="020B0606030504020204" pitchFamily="3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194310" y="1033145"/>
            <a:ext cx="2332990" cy="17780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b="0" u="sng">
                <a:latin typeface="Algerian" panose="04020705040A02060702"/>
                <a:ea typeface="Algerian" panose="04020705040A02060702"/>
                <a:cs typeface="Algerian" panose="04020705040A02060702"/>
                <a:sym typeface="Algerian" panose="04020705040A02060702"/>
              </a:rPr>
              <a:t>proposed </a:t>
            </a:r>
            <a:br>
              <a:rPr lang="en-US" b="0" u="sng">
                <a:latin typeface="Algerian" panose="04020705040A02060702"/>
                <a:ea typeface="Algerian" panose="04020705040A02060702"/>
                <a:cs typeface="Algerian" panose="04020705040A02060702"/>
                <a:sym typeface="Algerian" panose="04020705040A02060702"/>
              </a:rPr>
            </a:br>
            <a:r>
              <a:rPr lang="en-US" b="0" u="sng">
                <a:latin typeface="Algerian" panose="04020705040A02060702"/>
                <a:ea typeface="Algerian" panose="04020705040A02060702"/>
                <a:cs typeface="Algerian" panose="04020705040A02060702"/>
                <a:sym typeface="Algerian" panose="04020705040A02060702"/>
              </a:rPr>
              <a:t>architecture</a:t>
            </a:r>
            <a:endParaRPr lang="en-US" b="0" u="sng">
              <a:latin typeface="Algerian" panose="04020705040A02060702"/>
              <a:ea typeface="Algerian" panose="04020705040A02060702"/>
              <a:cs typeface="Algerian" panose="04020705040A02060702"/>
              <a:sym typeface="Algerian" panose="04020705040A02060702"/>
            </a:endParaRPr>
          </a:p>
        </p:txBody>
      </p:sp>
      <p:pic>
        <p:nvPicPr>
          <p:cNvPr id="2" name="Picture Placeholder 1" descr="Untitled Diagram2.drawio (1)_page-0001"/>
          <p:cNvPicPr>
            <a:picLocks noChangeAspect="1"/>
          </p:cNvPicPr>
          <p:nvPr>
            <p:ph type="pic" idx="2"/>
          </p:nvPr>
        </p:nvPicPr>
        <p:blipFill>
          <a:blip r:embed="rId2"/>
          <a:stretch>
            <a:fillRect/>
          </a:stretch>
        </p:blipFill>
        <p:spPr>
          <a:xfrm>
            <a:off x="2454275" y="167005"/>
            <a:ext cx="6506210" cy="48875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793150" y="212383"/>
            <a:ext cx="6408600" cy="637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technologies </a:t>
            </a:r>
            <a:r>
              <a:rPr lang="en-US" sz="3400" u="sng">
                <a:latin typeface="Algerian" panose="04020705040A02060702"/>
                <a:ea typeface="Algerian" panose="04020705040A02060702"/>
                <a:cs typeface="Algerian" panose="04020705040A02060702"/>
                <a:sym typeface="Algerian" panose="04020705040A02060702"/>
              </a:rPr>
              <a:t>to be used</a:t>
            </a:r>
            <a:endParaRPr lang="en-US"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297305"/>
            <a:ext cx="3804920" cy="3423920"/>
          </a:xfrm>
          <a:prstGeom prst="rect">
            <a:avLst/>
          </a:prstGeom>
        </p:spPr>
        <p:txBody>
          <a:bodyPr spcFirstLastPara="1" wrap="square" lIns="91425" tIns="45700" rIns="91425" bIns="45700" anchor="t" anchorCtr="0">
            <a:noAutofit/>
          </a:bodyPr>
          <a:lstStyle/>
          <a:p>
            <a:pPr algn="l">
              <a:lnSpc>
                <a:spcPct val="150000"/>
              </a:lnSpc>
              <a:buFont typeface="Wingdings" panose="05000000000000000000" charset="0"/>
              <a:buChar char="q"/>
            </a:pPr>
            <a:r>
              <a:rPr lang="en-US" sz="1800" spc="-24" dirty="0">
                <a:solidFill>
                  <a:schemeClr val="bg1"/>
                </a:solidFill>
                <a:latin typeface="Comic Sans MS" panose="030F0702030302020204" charset="0"/>
                <a:ea typeface="Helmet" pitchFamily="50" charset="-128"/>
                <a:cs typeface="Comic Sans MS" panose="030F0702030302020204" charset="0"/>
                <a:sym typeface="+mn-ea"/>
              </a:rPr>
              <a:t>MongoDB                                 </a:t>
            </a:r>
            <a:endParaRPr lang="en-US" sz="1800" dirty="0">
              <a:solidFill>
                <a:schemeClr val="bg1"/>
              </a:solidFill>
              <a:latin typeface="Comic Sans MS" panose="030F0702030302020204" charset="0"/>
              <a:ea typeface="Helmet" pitchFamily="50" charset="-128"/>
              <a:cs typeface="Comic Sans MS" panose="030F0702030302020204" charset="0"/>
            </a:endParaRPr>
          </a:p>
          <a:p>
            <a:pPr algn="l">
              <a:lnSpc>
                <a:spcPct val="150000"/>
              </a:lnSpc>
              <a:buFont typeface="Wingdings" panose="05000000000000000000" charset="0"/>
              <a:buChar char="q"/>
            </a:pPr>
            <a:r>
              <a:rPr lang="en-US" sz="1800" spc="-24" dirty="0">
                <a:solidFill>
                  <a:schemeClr val="bg1"/>
                </a:solidFill>
                <a:latin typeface="Comic Sans MS" panose="030F0702030302020204" charset="0"/>
                <a:ea typeface="Helmet" pitchFamily="50" charset="-128"/>
                <a:cs typeface="Comic Sans MS" panose="030F0702030302020204" charset="0"/>
                <a:sym typeface="+mn-ea"/>
              </a:rPr>
              <a:t>Express.js</a:t>
            </a:r>
            <a:endParaRPr lang="en-US" sz="1800" dirty="0">
              <a:solidFill>
                <a:schemeClr val="bg1"/>
              </a:solidFill>
              <a:latin typeface="Comic Sans MS" panose="030F0702030302020204" charset="0"/>
              <a:ea typeface="Helmet" pitchFamily="50" charset="-128"/>
              <a:cs typeface="Comic Sans MS" panose="030F0702030302020204" charset="0"/>
            </a:endParaRPr>
          </a:p>
          <a:p>
            <a:pPr algn="l">
              <a:lnSpc>
                <a:spcPct val="150000"/>
              </a:lnSpc>
              <a:buFont typeface="Wingdings" panose="05000000000000000000" charset="0"/>
              <a:buChar char="q"/>
            </a:pPr>
            <a:r>
              <a:rPr lang="en-US" sz="1800" spc="-24" dirty="0">
                <a:solidFill>
                  <a:schemeClr val="bg1"/>
                </a:solidFill>
                <a:latin typeface="Comic Sans MS" panose="030F0702030302020204" charset="0"/>
                <a:ea typeface="Helmet" pitchFamily="50" charset="-128"/>
                <a:cs typeface="Comic Sans MS" panose="030F0702030302020204" charset="0"/>
                <a:sym typeface="+mn-ea"/>
              </a:rPr>
              <a:t>React.js</a:t>
            </a:r>
            <a:endParaRPr lang="en-US" sz="1800" dirty="0">
              <a:solidFill>
                <a:schemeClr val="bg1"/>
              </a:solidFill>
              <a:latin typeface="Comic Sans MS" panose="030F0702030302020204" charset="0"/>
              <a:ea typeface="Helmet" pitchFamily="50" charset="-128"/>
              <a:cs typeface="Comic Sans MS" panose="030F0702030302020204" charset="0"/>
            </a:endParaRPr>
          </a:p>
          <a:p>
            <a:pPr algn="l">
              <a:lnSpc>
                <a:spcPct val="150000"/>
              </a:lnSpc>
              <a:buFont typeface="Wingdings" panose="05000000000000000000" charset="0"/>
              <a:buChar char="q"/>
            </a:pPr>
            <a:r>
              <a:rPr lang="en-US" sz="1800" spc="-24" dirty="0">
                <a:solidFill>
                  <a:schemeClr val="bg1"/>
                </a:solidFill>
                <a:latin typeface="Comic Sans MS" panose="030F0702030302020204" charset="0"/>
                <a:ea typeface="Helmet" pitchFamily="50" charset="-128"/>
                <a:cs typeface="Comic Sans MS" panose="030F0702030302020204" charset="0"/>
                <a:sym typeface="+mn-ea"/>
              </a:rPr>
              <a:t>Node.js</a:t>
            </a:r>
            <a:endParaRPr lang="en-US" sz="1800" dirty="0">
              <a:solidFill>
                <a:schemeClr val="bg1"/>
              </a:solidFill>
              <a:latin typeface="Comic Sans MS" panose="030F0702030302020204" charset="0"/>
              <a:ea typeface="Helmet" pitchFamily="50" charset="-128"/>
              <a:cs typeface="Comic Sans MS" panose="030F0702030302020204" charset="0"/>
            </a:endParaRPr>
          </a:p>
          <a:p>
            <a:pPr algn="l">
              <a:lnSpc>
                <a:spcPct val="150000"/>
              </a:lnSpc>
              <a:buFont typeface="Wingdings" panose="05000000000000000000" charset="0"/>
              <a:buChar char="q"/>
            </a:pPr>
            <a:r>
              <a:rPr lang="en-US" sz="1800" spc="-24" dirty="0">
                <a:solidFill>
                  <a:schemeClr val="bg1"/>
                </a:solidFill>
                <a:latin typeface="Comic Sans MS" panose="030F0702030302020204" charset="0"/>
                <a:ea typeface="Helmet" pitchFamily="50" charset="-128"/>
                <a:cs typeface="Comic Sans MS" panose="030F0702030302020204" charset="0"/>
                <a:sym typeface="+mn-ea"/>
              </a:rPr>
              <a:t>Dotenv</a:t>
            </a:r>
            <a:endParaRPr lang="en-US" sz="1800" spc="-24" dirty="0">
              <a:solidFill>
                <a:schemeClr val="bg1"/>
              </a:solidFill>
              <a:latin typeface="Comic Sans MS" panose="030F0702030302020204" charset="0"/>
              <a:ea typeface="Helmet" pitchFamily="50" charset="-128"/>
              <a:cs typeface="Comic Sans MS" panose="030F0702030302020204" charset="0"/>
              <a:sym typeface="+mn-ea"/>
            </a:endParaRPr>
          </a:p>
          <a:p>
            <a:pPr algn="l">
              <a:lnSpc>
                <a:spcPct val="150000"/>
              </a:lnSpc>
              <a:buFont typeface="Wingdings" panose="05000000000000000000" charset="0"/>
              <a:buChar char="q"/>
            </a:pPr>
            <a:r>
              <a:rPr lang="en-US" sz="1800" spc="-24" dirty="0">
                <a:solidFill>
                  <a:schemeClr val="bg1"/>
                </a:solidFill>
                <a:latin typeface="Comic Sans MS" panose="030F0702030302020204" charset="0"/>
                <a:ea typeface="Helmet" pitchFamily="50" charset="-128"/>
                <a:cs typeface="Comic Sans MS" panose="030F0702030302020204" charset="0"/>
                <a:sym typeface="+mn-ea"/>
              </a:rPr>
              <a:t>Bootstrap</a:t>
            </a:r>
            <a:endParaRPr lang="en-US" sz="1800" spc="-24" dirty="0">
              <a:solidFill>
                <a:schemeClr val="bg1"/>
              </a:solidFill>
              <a:latin typeface="Comic Sans MS" panose="030F0702030302020204" charset="0"/>
              <a:ea typeface="Helmet" pitchFamily="50" charset="-128"/>
              <a:cs typeface="Comic Sans MS" panose="030F0702030302020204"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793150" y="212383"/>
            <a:ext cx="6408600" cy="637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reference links</a:t>
            </a:r>
            <a:r>
              <a:rPr lang="en-GB" sz="3400" u="sng">
                <a:latin typeface="Algerian" panose="04020705040A02060702"/>
                <a:ea typeface="Algerian" panose="04020705040A02060702"/>
                <a:cs typeface="Algerian" panose="04020705040A02060702"/>
                <a:sym typeface="Algerian" panose="04020705040A02060702"/>
              </a:rPr>
              <a:t>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719580"/>
            <a:ext cx="8428990" cy="181038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Github Repository Link</a:t>
            </a:r>
            <a:endParaRPr lang="en-US" sz="1800">
              <a:latin typeface="Comic Sans MS" panose="030F0702030302020204" charset="0"/>
              <a:cs typeface="Comic Sans MS" panose="030F0702030302020204" charset="0"/>
            </a:endParaRPr>
          </a:p>
          <a:p>
            <a:pPr marL="114300" lvl="0" indent="457200" algn="l" rtl="0">
              <a:lnSpc>
                <a:spcPct val="150000"/>
              </a:lnSpc>
              <a:spcBef>
                <a:spcPts val="360"/>
              </a:spcBef>
              <a:spcAft>
                <a:spcPts val="0"/>
              </a:spcAft>
              <a:buSzPts val="1800"/>
              <a:buFont typeface="Wingdings" panose="05000000000000000000" charset="0"/>
              <a:buNone/>
            </a:pPr>
            <a:r>
              <a:rPr lang="en-US" sz="1800">
                <a:latin typeface="Comic Sans MS" panose="030F0702030302020204" charset="0"/>
                <a:cs typeface="Comic Sans MS" panose="030F0702030302020204" charset="0"/>
              </a:rPr>
              <a:t>https://github.com/Sahithya132002/Final-Year-Project</a:t>
            </a:r>
            <a:endParaRPr lang="en-US" sz="1800">
              <a:latin typeface="Comic Sans MS" panose="030F0702030302020204" charset="0"/>
              <a:cs typeface="Comic Sans MS" panose="030F0702030302020204" charset="0"/>
            </a:endParaRPr>
          </a:p>
          <a:p>
            <a:pPr marL="114300" lvl="0" indent="457200" algn="l" rtl="0">
              <a:lnSpc>
                <a:spcPct val="150000"/>
              </a:lnSpc>
              <a:spcBef>
                <a:spcPts val="360"/>
              </a:spcBef>
              <a:spcAft>
                <a:spcPts val="0"/>
              </a:spcAft>
              <a:buSzPts val="1800"/>
              <a:buFont typeface="Wingdings" panose="05000000000000000000" charset="0"/>
              <a:buNone/>
            </a:pPr>
            <a:endParaRPr lang="en-US" sz="1800" dirty="0">
              <a:solidFill>
                <a:schemeClr val="bg1"/>
              </a:solidFill>
              <a:latin typeface="Comic Sans MS" panose="030F0702030302020204" charset="0"/>
              <a:ea typeface="Calibri" panose="020F0502020204030204"/>
              <a:cs typeface="Comic Sans MS" panose="030F0702030302020204" charset="0"/>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47" name="Shape 47"/>
        <p:cNvGrpSpPr/>
        <p:nvPr/>
      </p:nvGrpSpPr>
      <p:grpSpPr>
        <a:xfrm>
          <a:off x="0" y="0"/>
          <a:ext cx="0" cy="0"/>
          <a:chOff x="0" y="0"/>
          <a:chExt cx="0" cy="0"/>
        </a:xfrm>
      </p:grpSpPr>
      <p:sp>
        <p:nvSpPr>
          <p:cNvPr id="48" name="Google Shape;48;p13"/>
          <p:cNvSpPr txBox="1"/>
          <p:nvPr>
            <p:ph type="ctrTitle"/>
          </p:nvPr>
        </p:nvSpPr>
        <p:spPr>
          <a:xfrm>
            <a:off x="2559685" y="2042795"/>
            <a:ext cx="4024630" cy="105791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4000" b="0">
                <a:latin typeface="Algerian" panose="04020705040A02060702" charset="0"/>
                <a:ea typeface="Algerian" panose="04020705040A02060702"/>
                <a:cs typeface="Algerian" panose="04020705040A02060702" charset="0"/>
                <a:sym typeface="Algerian" panose="04020705040A02060702"/>
              </a:rPr>
              <a:t>thank you</a:t>
            </a:r>
            <a:r>
              <a:rPr lang="en-GB" sz="4000" b="0">
                <a:latin typeface="Algerian" panose="04020705040A02060702" charset="0"/>
                <a:ea typeface="Algerian" panose="04020705040A02060702"/>
                <a:cs typeface="Algerian" panose="04020705040A02060702" charset="0"/>
                <a:sym typeface="Algerian" panose="04020705040A02060702"/>
              </a:rPr>
              <a:t> </a:t>
            </a:r>
            <a:endParaRPr sz="4000" b="0">
              <a:latin typeface="Algerian" panose="04020705040A02060702" charset="0"/>
              <a:ea typeface="Algerian" panose="04020705040A02060702"/>
              <a:cs typeface="Algerian" panose="04020705040A02060702" charset="0"/>
              <a:sym typeface="Algerian" panose="04020705040A02060702"/>
            </a:endParaRPr>
          </a:p>
        </p:txBody>
      </p:sp>
    </p:spTree>
  </p:cSld>
  <p:clrMapOvr>
    <a:masterClrMapping/>
  </p:clrMapOvr>
</p:sld>
</file>

<file path=ppt/theme/theme1.xml><?xml version="1.0" encoding="utf-8"?>
<a:theme xmlns:a="http://schemas.openxmlformats.org/drawingml/2006/main" name="template">
  <a:themeElements>
    <a:clrScheme name="template 13">
      <a:dk1>
        <a:srgbClr val="4D4D4D"/>
      </a:dk1>
      <a:lt1>
        <a:srgbClr val="FFFFFF"/>
      </a:lt1>
      <a:dk2>
        <a:srgbClr val="000000"/>
      </a:dk2>
      <a:lt2>
        <a:srgbClr val="043000"/>
      </a:lt2>
      <a:accent1>
        <a:srgbClr val="33A900"/>
      </a:accent1>
      <a:accent2>
        <a:srgbClr val="525B56"/>
      </a:accent2>
      <a:accent3>
        <a:srgbClr val="FFFFFF"/>
      </a:accent3>
      <a:accent4>
        <a:srgbClr val="404040"/>
      </a:accent4>
      <a:accent5>
        <a:srgbClr val="ADD1AA"/>
      </a:accent5>
      <a:accent6>
        <a:srgbClr val="49524D"/>
      </a:accent6>
      <a:hlink>
        <a:srgbClr val="747D79"/>
      </a:hlink>
      <a:folHlink>
        <a:srgbClr val="EAEAE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3696</Words>
  <Application>WPS Presentation</Application>
  <PresentationFormat/>
  <Paragraphs>78</Paragraphs>
  <Slides>12</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12</vt:i4>
      </vt:variant>
    </vt:vector>
  </HeadingPairs>
  <TitlesOfParts>
    <vt:vector size="31" baseType="lpstr">
      <vt:lpstr>Arial</vt:lpstr>
      <vt:lpstr>SimSun</vt:lpstr>
      <vt:lpstr>Wingdings</vt:lpstr>
      <vt:lpstr>Arial</vt:lpstr>
      <vt:lpstr>Algerian</vt:lpstr>
      <vt:lpstr>Helmet</vt:lpstr>
      <vt:lpstr>Yu Gothic</vt:lpstr>
      <vt:lpstr>Comic Sans MS</vt:lpstr>
      <vt:lpstr>Merriweather</vt:lpstr>
      <vt:lpstr>Cambria Math</vt:lpstr>
      <vt:lpstr>Algerian</vt:lpstr>
      <vt:lpstr>Wingdings</vt:lpstr>
      <vt:lpstr>Open Sans</vt:lpstr>
      <vt:lpstr>Segoe Print</vt:lpstr>
      <vt:lpstr>Calibri</vt:lpstr>
      <vt:lpstr>Microsoft YaHei</vt:lpstr>
      <vt:lpstr>Arial Unicode MS</vt:lpstr>
      <vt:lpstr>Courier New</vt:lpstr>
      <vt:lpstr>template</vt:lpstr>
      <vt:lpstr>HOSPITAL Management System​ USING MERN STACK</vt:lpstr>
      <vt:lpstr>Overview </vt:lpstr>
      <vt:lpstr>introduction </vt:lpstr>
      <vt:lpstr>introduction... </vt:lpstr>
      <vt:lpstr>gaps identified</vt:lpstr>
      <vt:lpstr>objectives</vt:lpstr>
      <vt:lpstr>problem statement</vt:lpstr>
      <vt:lpstr>project plan</vt:lpstr>
      <vt:lpstr>proposed  architecture</vt:lpstr>
      <vt:lpstr>technologies to be used</vt:lpstr>
      <vt:lpstr>reference links </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Odyssey  Learning Management System​ </dc:title>
  <dc:creator/>
  <cp:lastModifiedBy>Bhaskara Sahithya</cp:lastModifiedBy>
  <cp:revision>22</cp:revision>
  <dcterms:created xsi:type="dcterms:W3CDTF">2023-10-17T15:33:00Z</dcterms:created>
  <dcterms:modified xsi:type="dcterms:W3CDTF">2024-10-17T01:48:18Z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0E299FB02BB04EFEADDFC2255BBFB933_13</vt:lpwstr>
  </property>
  <property fmtid="{D5CDD505-2E9C-101B-9397-08002B2CF9AE}" pid="3" name="KSOProductBuildVer">
    <vt:lpwstr>1033-12.2.0.18283</vt:lpwstr>
  </property>
  <property fmtid="{D5CDD505-2E9C-101B-9397-08002B2CF9AE}" pid="4" name="NXPowerLiteLastOptimized">
    <vt:lpwstr>533438</vt:lpwstr>
  </property>
  <property fmtid="{D5CDD505-2E9C-101B-9397-08002B2CF9AE}" pid="5" name="NXPowerLiteSettings">
    <vt:lpwstr>F7000400038000</vt:lpwstr>
  </property>
  <property fmtid="{D5CDD505-2E9C-101B-9397-08002B2CF9AE}" pid="6" name="NXPowerLiteVersion">
    <vt:lpwstr>S10.0.0</vt:lpwstr>
  </property>
</Properties>
</file>