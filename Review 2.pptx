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10.fntdata" ContentType="application/x-fontdata"/>
  <Override PartName="/ppt/fonts/font1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4"/>
  </p:notesMasterIdLst>
  <p:sldIdLst>
    <p:sldId id="256" r:id="rId3"/>
    <p:sldId id="257" r:id="rId5"/>
    <p:sldId id="275" r:id="rId6"/>
    <p:sldId id="305" r:id="rId7"/>
    <p:sldId id="314" r:id="rId8"/>
    <p:sldId id="291" r:id="rId9"/>
    <p:sldId id="307" r:id="rId10"/>
    <p:sldId id="292" r:id="rId11"/>
    <p:sldId id="332" r:id="rId12"/>
    <p:sldId id="333" r:id="rId13"/>
    <p:sldId id="297" r:id="rId14"/>
    <p:sldId id="326" r:id="rId15"/>
    <p:sldId id="327" r:id="rId16"/>
    <p:sldId id="328" r:id="rId17"/>
    <p:sldId id="329" r:id="rId18"/>
    <p:sldId id="334" r:id="rId19"/>
    <p:sldId id="335" r:id="rId20"/>
    <p:sldId id="336" r:id="rId21"/>
    <p:sldId id="331" r:id="rId22"/>
    <p:sldId id="337" r:id="rId23"/>
    <p:sldId id="338" r:id="rId24"/>
    <p:sldId id="302" r:id="rId25"/>
    <p:sldId id="303" r:id="rId26"/>
  </p:sldIdLst>
  <p:sldSz cx="9144000" cy="5143500"/>
  <p:notesSz cx="6858000" cy="9144000"/>
  <p:embeddedFontLst>
    <p:embeddedFont>
      <p:font typeface="Algerian" panose="04020705040A02060702" charset="0"/>
      <p:regular r:id="rId30"/>
    </p:embeddedFont>
    <p:embeddedFont>
      <p:font typeface="Comic Sans MS" panose="030F0702030302020204" charset="0"/>
      <p:regular r:id="rId31"/>
      <p:bold r:id="rId32"/>
      <p:italic r:id="rId33"/>
      <p:boldItalic r:id="rId34"/>
    </p:embeddedFont>
    <p:embeddedFont>
      <p:font typeface="Merriweather" panose="00000500000000000000"/>
      <p:regular r:id="rId35"/>
      <p:bold r:id="rId36"/>
      <p:italic r:id="rId37"/>
      <p:boldItalic r:id="rId38"/>
    </p:embeddedFont>
    <p:embeddedFont>
      <p:font typeface="Cambria Math" panose="02040503050406030204"/>
      <p:regular r:id="rId39"/>
    </p:embeddedFont>
    <p:embeddedFont>
      <p:font typeface="Algerian" panose="04020705040A02060702"/>
      <p:regular r:id="rId4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A4A3A4"/>
          </p15:clr>
        </p15:guide>
        <p15:guide id="2" pos="2762"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762"/>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0" Type="http://schemas.openxmlformats.org/officeDocument/2006/relationships/font" Target="fonts/font11.fntdata"/><Relationship Id="rId4" Type="http://schemas.openxmlformats.org/officeDocument/2006/relationships/notesMaster" Target="notesMasters/notesMaster1.xml"/><Relationship Id="rId39" Type="http://schemas.openxmlformats.org/officeDocument/2006/relationships/font" Target="fonts/font10.fntdata"/><Relationship Id="rId38" Type="http://schemas.openxmlformats.org/officeDocument/2006/relationships/font" Target="fonts/font9.fntdata"/><Relationship Id="rId37" Type="http://schemas.openxmlformats.org/officeDocument/2006/relationships/font" Target="fonts/font8.fntdata"/><Relationship Id="rId36" Type="http://schemas.openxmlformats.org/officeDocument/2006/relationships/font" Target="fonts/font7.fntdata"/><Relationship Id="rId35" Type="http://schemas.openxmlformats.org/officeDocument/2006/relationships/font" Target="fonts/font6.fntdata"/><Relationship Id="rId34" Type="http://schemas.openxmlformats.org/officeDocument/2006/relationships/font" Target="fonts/font5.fntdata"/><Relationship Id="rId33" Type="http://schemas.openxmlformats.org/officeDocument/2006/relationships/font" Target="fonts/font4.fntdata"/><Relationship Id="rId32" Type="http://schemas.openxmlformats.org/officeDocument/2006/relationships/font" Target="fonts/font3.fntdata"/><Relationship Id="rId31" Type="http://schemas.openxmlformats.org/officeDocument/2006/relationships/font" Target="fonts/font2.fntdata"/><Relationship Id="rId30" Type="http://schemas.openxmlformats.org/officeDocument/2006/relationships/font" Target="fonts/font1.fntdata"/><Relationship Id="rId3" Type="http://schemas.openxmlformats.org/officeDocument/2006/relationships/slide" Target="slides/slide1.xml"/><Relationship Id="rId29" Type="http://schemas.openxmlformats.org/officeDocument/2006/relationships/tableStyles" Target="tableStyles.xml"/><Relationship Id="rId28" Type="http://schemas.openxmlformats.org/officeDocument/2006/relationships/viewProps" Target="viewProps.xml"/><Relationship Id="rId27" Type="http://schemas.openxmlformats.org/officeDocument/2006/relationships/presProps" Target="presProps.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2" name="Shape 2"/>
        <p:cNvGrpSpPr/>
        <p:nvPr/>
      </p:nvGrpSpPr>
      <p:grpSpPr>
        <a:xfrm>
          <a:off x="0" y="0"/>
          <a:ext cx="0" cy="0"/>
          <a:chOff x="0" y="0"/>
          <a:chExt cx="0" cy="0"/>
        </a:xfrm>
      </p:grpSpPr>
      <p:sp>
        <p:nvSpPr>
          <p:cNvPr id="3" name="Google Shape;3;n"/>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 name="Shape 44"/>
        <p:cNvGrpSpPr/>
        <p:nvPr/>
      </p:nvGrpSpPr>
      <p:grpSpPr>
        <a:xfrm>
          <a:off x="0" y="0"/>
          <a:ext cx="0" cy="0"/>
          <a:chOff x="0" y="0"/>
          <a:chExt cx="0" cy="0"/>
        </a:xfrm>
      </p:grpSpPr>
      <p:sp>
        <p:nvSpPr>
          <p:cNvPr id="45" name="Google Shape;45;p: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p: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PhAnim="0" showMasterSp="0">
  <p:cSld>
    <p:spTree>
      <p:nvGrpSpPr>
        <p:cNvPr id="50" name="Shape 50"/>
        <p:cNvGrpSpPr/>
        <p:nvPr/>
      </p:nvGrpSpPr>
      <p:grpSpPr>
        <a:xfrm>
          <a:off x="0" y="0"/>
          <a:ext cx="0" cy="0"/>
          <a:chOff x="0" y="0"/>
          <a:chExt cx="0" cy="0"/>
        </a:xfrm>
      </p:grpSpPr>
      <p:sp>
        <p:nvSpPr>
          <p:cNvPr id="51" name="Google Shape;51;gaa74f48cca_3_44:notes"/>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aa74f48cca_3_44: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PhAnim="0" showMasterSp="0">
  <p:cSld>
    <p:spTree>
      <p:nvGrpSpPr>
        <p:cNvPr id="44" name="Shape 44"/>
        <p:cNvGrpSpPr/>
        <p:nvPr/>
      </p:nvGrpSpPr>
      <p:grpSpPr>
        <a:xfrm>
          <a:off x="0" y="0"/>
          <a:ext cx="0" cy="0"/>
          <a:chOff x="0" y="0"/>
          <a:chExt cx="0" cy="0"/>
        </a:xfrm>
      </p:grpSpPr>
      <p:sp>
        <p:nvSpPr>
          <p:cNvPr id="45" name="Google Shape;45;p:notes"/>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 name="Google Shape;46;p:notes"/>
          <p:cNvSpPr txBox="1"/>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Титульный слайд">
  <p:cSld name="TITLE">
    <p:bg>
      <p:bgPr>
        <a:blipFill>
          <a:blip r:embed="rId2"/>
          <a:stretch>
            <a:fillRect/>
          </a:stretch>
        </a:blipFill>
        <a:effectLst/>
      </p:bgPr>
    </p:bg>
    <p:spTree>
      <p:nvGrpSpPr>
        <p:cNvPr id="8" name="Shape 8"/>
        <p:cNvGrpSpPr/>
        <p:nvPr/>
      </p:nvGrpSpPr>
      <p:grpSpPr>
        <a:xfrm>
          <a:off x="0" y="0"/>
          <a:ext cx="0" cy="0"/>
          <a:chOff x="0" y="0"/>
          <a:chExt cx="0" cy="0"/>
        </a:xfrm>
      </p:grpSpPr>
      <p:sp>
        <p:nvSpPr>
          <p:cNvPr id="9" name="Google Shape;9;p2"/>
          <p:cNvSpPr txBox="1"/>
          <p:nvPr>
            <p:ph type="ctrTitle"/>
          </p:nvPr>
        </p:nvSpPr>
        <p:spPr>
          <a:xfrm>
            <a:off x="179388" y="1924050"/>
            <a:ext cx="4176600" cy="670200"/>
          </a:xfrm>
          <a:prstGeom prst="rect">
            <a:avLst/>
          </a:prstGeom>
          <a:noFill/>
          <a:ln>
            <a:noFill/>
          </a:ln>
          <a:effectLst>
            <a:outerShdw dist="17961" dir="2700000" algn="ctr" rotWithShape="0">
              <a:schemeClr val="lt2"/>
            </a:outerShdw>
          </a:effectLst>
        </p:spPr>
        <p:txBody>
          <a:bodyPr spcFirstLastPara="1" wrap="square" lIns="91425" tIns="45700" rIns="91425" bIns="45700" anchor="ctr"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 name="Google Shape;10;p2"/>
          <p:cNvSpPr txBox="1"/>
          <p:nvPr>
            <p:ph type="subTitle" idx="1"/>
          </p:nvPr>
        </p:nvSpPr>
        <p:spPr>
          <a:xfrm>
            <a:off x="179388" y="2518172"/>
            <a:ext cx="4176600" cy="377400"/>
          </a:xfrm>
          <a:prstGeom prst="rect">
            <a:avLst/>
          </a:prstGeom>
          <a:noFill/>
          <a:ln>
            <a:noFill/>
          </a:ln>
          <a:effectLst>
            <a:outerShdw dist="17961" dir="2700000" algn="ctr" rotWithShape="0">
              <a:schemeClr val="lt2"/>
            </a:outerShdw>
          </a:effectLst>
        </p:spPr>
        <p:txBody>
          <a:bodyPr spcFirstLastPara="1" wrap="square" lIns="91425" tIns="45700" rIns="91425" bIns="45700" anchor="t" anchorCtr="0">
            <a:noAutofit/>
          </a:bodyPr>
          <a:lstStyle>
            <a:lvl1pPr lvl="0" algn="l">
              <a:spcBef>
                <a:spcPts val="400"/>
              </a:spcBef>
              <a:spcAft>
                <a:spcPts val="0"/>
              </a:spcAft>
              <a:buClr>
                <a:schemeClr val="lt1"/>
              </a:buClr>
              <a:buSzPts val="2000"/>
              <a:buFont typeface="Arial" panose="020B0604020202020204"/>
              <a:buNone/>
              <a:defRPr sz="2000" b="1"/>
            </a:lvl1pPr>
            <a:lvl2pPr lvl="1" algn="l">
              <a:spcBef>
                <a:spcPts val="360"/>
              </a:spcBef>
              <a:spcAft>
                <a:spcPts val="0"/>
              </a:spcAft>
              <a:buClr>
                <a:schemeClr val="lt1"/>
              </a:buClr>
              <a:buSzPts val="1800"/>
              <a:buChar char="–"/>
              <a:defRPr/>
            </a:lvl2pPr>
            <a:lvl3pPr lvl="2" algn="l">
              <a:spcBef>
                <a:spcPts val="360"/>
              </a:spcBef>
              <a:spcAft>
                <a:spcPts val="0"/>
              </a:spcAft>
              <a:buClr>
                <a:schemeClr val="lt1"/>
              </a:buClr>
              <a:buSzPts val="1800"/>
              <a:buChar char="•"/>
              <a:defRPr/>
            </a:lvl3pPr>
            <a:lvl4pPr lvl="3" algn="l">
              <a:spcBef>
                <a:spcPts val="360"/>
              </a:spcBef>
              <a:spcAft>
                <a:spcPts val="0"/>
              </a:spcAft>
              <a:buClr>
                <a:schemeClr val="lt1"/>
              </a:buClr>
              <a:buSzPts val="1800"/>
              <a:buChar char="–"/>
              <a:defRPr/>
            </a:lvl4pPr>
            <a:lvl5pPr lvl="4" algn="l">
              <a:spcBef>
                <a:spcPts val="360"/>
              </a:spcBef>
              <a:spcAft>
                <a:spcPts val="0"/>
              </a:spcAft>
              <a:buClr>
                <a:schemeClr val="lt1"/>
              </a:buClr>
              <a:buSzPts val="1800"/>
              <a:buChar char="»"/>
              <a:defRPr/>
            </a:lvl5pPr>
            <a:lvl6pPr lvl="5" algn="l">
              <a:spcBef>
                <a:spcPts val="360"/>
              </a:spcBef>
              <a:spcAft>
                <a:spcPts val="0"/>
              </a:spcAft>
              <a:buClr>
                <a:schemeClr val="lt1"/>
              </a:buClr>
              <a:buSzPts val="1800"/>
              <a:buChar char="»"/>
              <a:defRPr/>
            </a:lvl6pPr>
            <a:lvl7pPr lvl="6" algn="l">
              <a:spcBef>
                <a:spcPts val="360"/>
              </a:spcBef>
              <a:spcAft>
                <a:spcPts val="0"/>
              </a:spcAft>
              <a:buClr>
                <a:schemeClr val="lt1"/>
              </a:buClr>
              <a:buSzPts val="1800"/>
              <a:buChar char="»"/>
              <a:defRPr/>
            </a:lvl7pPr>
            <a:lvl8pPr lvl="7" algn="l">
              <a:spcBef>
                <a:spcPts val="360"/>
              </a:spcBef>
              <a:spcAft>
                <a:spcPts val="0"/>
              </a:spcAft>
              <a:buClr>
                <a:schemeClr val="lt1"/>
              </a:buClr>
              <a:buSzPts val="1800"/>
              <a:buChar char="»"/>
              <a:defRPr/>
            </a:lvl8pPr>
            <a:lvl9pPr lvl="8" algn="l">
              <a:spcBef>
                <a:spcPts val="360"/>
              </a:spcBef>
              <a:spcAft>
                <a:spcPts val="0"/>
              </a:spcAft>
              <a:buClr>
                <a:schemeClr val="lt1"/>
              </a:buClr>
              <a:buSzPts val="1800"/>
              <a:buChar char="»"/>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Заголовок и объект">
  <p:cSld name="OBJECT">
    <p:spTree>
      <p:nvGrpSpPr>
        <p:cNvPr id="11" name="Shape 11"/>
        <p:cNvGrpSpPr/>
        <p:nvPr/>
      </p:nvGrpSpPr>
      <p:grpSpPr>
        <a:xfrm>
          <a:off x="0" y="0"/>
          <a:ext cx="0" cy="0"/>
          <a:chOff x="0" y="0"/>
          <a:chExt cx="0" cy="0"/>
        </a:xfrm>
      </p:grpSpPr>
      <p:sp>
        <p:nvSpPr>
          <p:cNvPr id="12" name="Google Shape;12;p3"/>
          <p:cNvSpPr txBox="1"/>
          <p:nvPr>
            <p:ph type="title"/>
          </p:nvPr>
        </p:nvSpPr>
        <p:spPr>
          <a:xfrm>
            <a:off x="1619250" y="195263"/>
            <a:ext cx="6408600" cy="381000"/>
          </a:xfrm>
          <a:prstGeom prst="rect">
            <a:avLst/>
          </a:prstGeom>
          <a:noFill/>
          <a:ln>
            <a:noFill/>
          </a:ln>
          <a:effectLst>
            <a:outerShdw dist="17961" dir="2700000" algn="ctr" rotWithShape="0">
              <a:schemeClr val="lt1"/>
            </a:outerShdw>
          </a:effectLst>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
          <p:cNvSpPr txBox="1"/>
          <p:nvPr>
            <p:ph type="body" idx="1"/>
          </p:nvPr>
        </p:nvSpPr>
        <p:spPr>
          <a:xfrm>
            <a:off x="1619250" y="897731"/>
            <a:ext cx="6481800" cy="3564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lt1"/>
              </a:buClr>
              <a:buSzPts val="1800"/>
              <a:buChar char="•"/>
              <a:defRPr/>
            </a:lvl1pPr>
            <a:lvl2pPr marL="914400" lvl="1" indent="-342900" algn="l">
              <a:spcBef>
                <a:spcPts val="360"/>
              </a:spcBef>
              <a:spcAft>
                <a:spcPts val="0"/>
              </a:spcAft>
              <a:buClr>
                <a:schemeClr val="lt1"/>
              </a:buClr>
              <a:buSzPts val="1800"/>
              <a:buChar char="–"/>
              <a:defRPr/>
            </a:lvl2pPr>
            <a:lvl3pPr marL="1371600" lvl="2" indent="-342900" algn="l">
              <a:spcBef>
                <a:spcPts val="360"/>
              </a:spcBef>
              <a:spcAft>
                <a:spcPts val="0"/>
              </a:spcAft>
              <a:buClr>
                <a:schemeClr val="lt1"/>
              </a:buClr>
              <a:buSzPts val="1800"/>
              <a:buChar char="•"/>
              <a:defRPr/>
            </a:lvl3pPr>
            <a:lvl4pPr marL="1828800" lvl="3" indent="-342900" algn="l">
              <a:spcBef>
                <a:spcPts val="360"/>
              </a:spcBef>
              <a:spcAft>
                <a:spcPts val="0"/>
              </a:spcAft>
              <a:buClr>
                <a:schemeClr val="lt1"/>
              </a:buClr>
              <a:buSzPts val="1800"/>
              <a:buChar char="–"/>
              <a:defRPr/>
            </a:lvl4pPr>
            <a:lvl5pPr marL="2286000" lvl="4" indent="-342900" algn="l">
              <a:spcBef>
                <a:spcPts val="360"/>
              </a:spcBef>
              <a:spcAft>
                <a:spcPts val="0"/>
              </a:spcAft>
              <a:buClr>
                <a:schemeClr val="lt1"/>
              </a:buClr>
              <a:buSzPts val="180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Заголовок раздела">
  <p:cSld name="SECTION_HEADER">
    <p:spTree>
      <p:nvGrpSpPr>
        <p:cNvPr id="14" name="Shape 14"/>
        <p:cNvGrpSpPr/>
        <p:nvPr/>
      </p:nvGrpSpPr>
      <p:grpSpPr>
        <a:xfrm>
          <a:off x="0" y="0"/>
          <a:ext cx="0" cy="0"/>
          <a:chOff x="0" y="0"/>
          <a:chExt cx="0" cy="0"/>
        </a:xfrm>
      </p:grpSpPr>
      <p:sp>
        <p:nvSpPr>
          <p:cNvPr id="15" name="Google Shape;15;p4"/>
          <p:cNvSpPr txBox="1"/>
          <p:nvPr>
            <p:ph type="title"/>
          </p:nvPr>
        </p:nvSpPr>
        <p:spPr>
          <a:xfrm>
            <a:off x="722313" y="3305175"/>
            <a:ext cx="7772400" cy="1021500"/>
          </a:xfrm>
          <a:prstGeom prst="rect">
            <a:avLst/>
          </a:prstGeom>
          <a:noFill/>
          <a:ln>
            <a:noFill/>
          </a:ln>
          <a:effectLst>
            <a:outerShdw dist="17961" dir="2700000" algn="ctr" rotWithShape="0">
              <a:schemeClr val="lt1"/>
            </a:outerShdw>
          </a:effectLst>
        </p:spPr>
        <p:txBody>
          <a:bodyPr spcFirstLastPara="1" wrap="square" lIns="91425" tIns="45700" rIns="91425" bIns="45700" anchor="t" anchorCtr="0">
            <a:noAutofit/>
          </a:bodyPr>
          <a:lstStyle>
            <a:lvl1pPr lvl="0" algn="l">
              <a:spcBef>
                <a:spcPts val="0"/>
              </a:spcBef>
              <a:spcAft>
                <a:spcPts val="0"/>
              </a:spcAft>
              <a:buSzPts val="1400"/>
              <a:buNone/>
              <a:defRPr sz="4000" b="1" cap="none"/>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4"/>
          <p:cNvSpPr txBox="1"/>
          <p:nvPr>
            <p:ph type="body" idx="1"/>
          </p:nvPr>
        </p:nvSpPr>
        <p:spPr>
          <a:xfrm>
            <a:off x="722313" y="2180035"/>
            <a:ext cx="7772400" cy="1125000"/>
          </a:xfrm>
          <a:prstGeom prst="rect">
            <a:avLst/>
          </a:prstGeom>
          <a:noFill/>
          <a:ln>
            <a:noFill/>
          </a:ln>
        </p:spPr>
        <p:txBody>
          <a:bodyPr spcFirstLastPara="1" wrap="square" lIns="91425" tIns="45700" rIns="91425" bIns="45700" anchor="b" anchorCtr="0">
            <a:noAutofit/>
          </a:bodyPr>
          <a:lstStyle>
            <a:lvl1pPr marL="457200" lvl="0" indent="-228600" algn="l">
              <a:spcBef>
                <a:spcPts val="400"/>
              </a:spcBef>
              <a:spcAft>
                <a:spcPts val="0"/>
              </a:spcAft>
              <a:buClr>
                <a:schemeClr val="lt1"/>
              </a:buClr>
              <a:buSzPts val="2000"/>
              <a:buFont typeface="Arial" panose="020B0604020202020204"/>
              <a:buNone/>
              <a:defRPr sz="2000"/>
            </a:lvl1pPr>
            <a:lvl2pPr marL="914400" lvl="1" indent="-228600" algn="l">
              <a:spcBef>
                <a:spcPts val="360"/>
              </a:spcBef>
              <a:spcAft>
                <a:spcPts val="0"/>
              </a:spcAft>
              <a:buClr>
                <a:schemeClr val="lt1"/>
              </a:buClr>
              <a:buSzPts val="1800"/>
              <a:buFont typeface="Arial" panose="020B0604020202020204"/>
              <a:buNone/>
              <a:defRPr sz="1800"/>
            </a:lvl2pPr>
            <a:lvl3pPr marL="1371600" lvl="2" indent="-228600" algn="l">
              <a:spcBef>
                <a:spcPts val="320"/>
              </a:spcBef>
              <a:spcAft>
                <a:spcPts val="0"/>
              </a:spcAft>
              <a:buClr>
                <a:schemeClr val="lt1"/>
              </a:buClr>
              <a:buSzPts val="1600"/>
              <a:buFont typeface="Arial" panose="020B0604020202020204"/>
              <a:buNone/>
              <a:defRPr sz="1600"/>
            </a:lvl3pPr>
            <a:lvl4pPr marL="1828800" lvl="3" indent="-228600" algn="l">
              <a:spcBef>
                <a:spcPts val="280"/>
              </a:spcBef>
              <a:spcAft>
                <a:spcPts val="0"/>
              </a:spcAft>
              <a:buClr>
                <a:schemeClr val="lt1"/>
              </a:buClr>
              <a:buSzPts val="1400"/>
              <a:buFont typeface="Arial" panose="020B0604020202020204"/>
              <a:buNone/>
              <a:defRPr sz="1400"/>
            </a:lvl4pPr>
            <a:lvl5pPr marL="2286000" lvl="4" indent="-228600" algn="l">
              <a:spcBef>
                <a:spcPts val="280"/>
              </a:spcBef>
              <a:spcAft>
                <a:spcPts val="0"/>
              </a:spcAft>
              <a:buClr>
                <a:schemeClr val="lt1"/>
              </a:buClr>
              <a:buSzPts val="1400"/>
              <a:buFont typeface="Arial" panose="020B0604020202020204"/>
              <a:buNone/>
              <a:defRPr sz="1400"/>
            </a:lvl5pPr>
            <a:lvl6pPr marL="2743200" lvl="5" indent="-228600" algn="l">
              <a:spcBef>
                <a:spcPts val="280"/>
              </a:spcBef>
              <a:spcAft>
                <a:spcPts val="0"/>
              </a:spcAft>
              <a:buClr>
                <a:schemeClr val="lt1"/>
              </a:buClr>
              <a:buSzPts val="1400"/>
              <a:buFont typeface="Arial" panose="020B0604020202020204"/>
              <a:buNone/>
              <a:defRPr sz="1400"/>
            </a:lvl6pPr>
            <a:lvl7pPr marL="3200400" lvl="6" indent="-228600" algn="l">
              <a:spcBef>
                <a:spcPts val="280"/>
              </a:spcBef>
              <a:spcAft>
                <a:spcPts val="0"/>
              </a:spcAft>
              <a:buClr>
                <a:schemeClr val="lt1"/>
              </a:buClr>
              <a:buSzPts val="1400"/>
              <a:buFont typeface="Arial" panose="020B0604020202020204"/>
              <a:buNone/>
              <a:defRPr sz="1400"/>
            </a:lvl7pPr>
            <a:lvl8pPr marL="3657600" lvl="7" indent="-228600" algn="l">
              <a:spcBef>
                <a:spcPts val="280"/>
              </a:spcBef>
              <a:spcAft>
                <a:spcPts val="0"/>
              </a:spcAft>
              <a:buClr>
                <a:schemeClr val="lt1"/>
              </a:buClr>
              <a:buSzPts val="1400"/>
              <a:buFont typeface="Arial" panose="020B0604020202020204"/>
              <a:buNone/>
              <a:defRPr sz="1400"/>
            </a:lvl8pPr>
            <a:lvl9pPr marL="4114800" lvl="8" indent="-228600" algn="l">
              <a:spcBef>
                <a:spcPts val="280"/>
              </a:spcBef>
              <a:spcAft>
                <a:spcPts val="0"/>
              </a:spcAft>
              <a:buClr>
                <a:schemeClr val="lt1"/>
              </a:buClr>
              <a:buSzPts val="1400"/>
              <a:buFont typeface="Arial" panose="020B0604020202020204"/>
              <a:buNone/>
              <a:defRPr sz="14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Два объекта">
  <p:cSld name="TWO_OBJECTS">
    <p:spTree>
      <p:nvGrpSpPr>
        <p:cNvPr id="17" name="Shape 17"/>
        <p:cNvGrpSpPr/>
        <p:nvPr/>
      </p:nvGrpSpPr>
      <p:grpSpPr>
        <a:xfrm>
          <a:off x="0" y="0"/>
          <a:ext cx="0" cy="0"/>
          <a:chOff x="0" y="0"/>
          <a:chExt cx="0" cy="0"/>
        </a:xfrm>
      </p:grpSpPr>
      <p:sp>
        <p:nvSpPr>
          <p:cNvPr id="18" name="Google Shape;18;p5"/>
          <p:cNvSpPr txBox="1"/>
          <p:nvPr>
            <p:ph type="title"/>
          </p:nvPr>
        </p:nvSpPr>
        <p:spPr>
          <a:xfrm>
            <a:off x="1619250" y="195263"/>
            <a:ext cx="6408600" cy="381000"/>
          </a:xfrm>
          <a:prstGeom prst="rect">
            <a:avLst/>
          </a:prstGeom>
          <a:noFill/>
          <a:ln>
            <a:noFill/>
          </a:ln>
          <a:effectLst>
            <a:outerShdw dist="17961" dir="2700000" algn="ctr" rotWithShape="0">
              <a:schemeClr val="lt1"/>
            </a:outerShdw>
          </a:effectLst>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5"/>
          <p:cNvSpPr txBox="1"/>
          <p:nvPr>
            <p:ph type="body" idx="1"/>
          </p:nvPr>
        </p:nvSpPr>
        <p:spPr>
          <a:xfrm>
            <a:off x="1619250" y="897731"/>
            <a:ext cx="3163800" cy="3564600"/>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lt1"/>
              </a:buClr>
              <a:buSzPts val="2800"/>
              <a:buFont typeface="Arial" panose="020B0604020202020204"/>
              <a:buChar char="•"/>
              <a:defRPr sz="2800"/>
            </a:lvl1pPr>
            <a:lvl2pPr marL="914400" lvl="1" indent="-381000" algn="l">
              <a:spcBef>
                <a:spcPts val="480"/>
              </a:spcBef>
              <a:spcAft>
                <a:spcPts val="0"/>
              </a:spcAft>
              <a:buClr>
                <a:schemeClr val="lt1"/>
              </a:buClr>
              <a:buSzPts val="2400"/>
              <a:buFont typeface="Arial" panose="020B0604020202020204"/>
              <a:buChar char="–"/>
              <a:defRPr sz="2400"/>
            </a:lvl2pPr>
            <a:lvl3pPr marL="1371600" lvl="2" indent="-355600" algn="l">
              <a:spcBef>
                <a:spcPts val="400"/>
              </a:spcBef>
              <a:spcAft>
                <a:spcPts val="0"/>
              </a:spcAft>
              <a:buClr>
                <a:schemeClr val="lt1"/>
              </a:buClr>
              <a:buSzPts val="2000"/>
              <a:buFont typeface="Arial" panose="020B0604020202020204"/>
              <a:buChar char="•"/>
              <a:defRPr sz="2000"/>
            </a:lvl3pPr>
            <a:lvl4pPr marL="1828800" lvl="3" indent="-342900" algn="l">
              <a:spcBef>
                <a:spcPts val="360"/>
              </a:spcBef>
              <a:spcAft>
                <a:spcPts val="0"/>
              </a:spcAft>
              <a:buClr>
                <a:schemeClr val="lt1"/>
              </a:buClr>
              <a:buSzPts val="1800"/>
              <a:buFont typeface="Arial" panose="020B0604020202020204"/>
              <a:buChar char="–"/>
              <a:defRPr sz="1800"/>
            </a:lvl4pPr>
            <a:lvl5pPr marL="2286000" lvl="4" indent="-342900" algn="l">
              <a:spcBef>
                <a:spcPts val="360"/>
              </a:spcBef>
              <a:spcAft>
                <a:spcPts val="0"/>
              </a:spcAft>
              <a:buClr>
                <a:schemeClr val="lt1"/>
              </a:buClr>
              <a:buSzPts val="1800"/>
              <a:buFont typeface="Arial" panose="020B0604020202020204"/>
              <a:buChar char="»"/>
              <a:defRPr sz="1800"/>
            </a:lvl5pPr>
            <a:lvl6pPr marL="2743200" lvl="5" indent="-342900" algn="l">
              <a:spcBef>
                <a:spcPts val="360"/>
              </a:spcBef>
              <a:spcAft>
                <a:spcPts val="0"/>
              </a:spcAft>
              <a:buClr>
                <a:schemeClr val="lt1"/>
              </a:buClr>
              <a:buSzPts val="1800"/>
              <a:buFont typeface="Arial" panose="020B0604020202020204"/>
              <a:buChar char="»"/>
              <a:defRPr sz="1800"/>
            </a:lvl6pPr>
            <a:lvl7pPr marL="3200400" lvl="6" indent="-342900" algn="l">
              <a:spcBef>
                <a:spcPts val="360"/>
              </a:spcBef>
              <a:spcAft>
                <a:spcPts val="0"/>
              </a:spcAft>
              <a:buClr>
                <a:schemeClr val="lt1"/>
              </a:buClr>
              <a:buSzPts val="1800"/>
              <a:buFont typeface="Arial" panose="020B0604020202020204"/>
              <a:buChar char="»"/>
              <a:defRPr sz="1800"/>
            </a:lvl7pPr>
            <a:lvl8pPr marL="3657600" lvl="7" indent="-342900" algn="l">
              <a:spcBef>
                <a:spcPts val="360"/>
              </a:spcBef>
              <a:spcAft>
                <a:spcPts val="0"/>
              </a:spcAft>
              <a:buClr>
                <a:schemeClr val="lt1"/>
              </a:buClr>
              <a:buSzPts val="1800"/>
              <a:buFont typeface="Arial" panose="020B0604020202020204"/>
              <a:buChar char="»"/>
              <a:defRPr sz="1800"/>
            </a:lvl8pPr>
            <a:lvl9pPr marL="4114800" lvl="8" indent="-342900" algn="l">
              <a:spcBef>
                <a:spcPts val="360"/>
              </a:spcBef>
              <a:spcAft>
                <a:spcPts val="0"/>
              </a:spcAft>
              <a:buClr>
                <a:schemeClr val="lt1"/>
              </a:buClr>
              <a:buSzPts val="1800"/>
              <a:buFont typeface="Arial" panose="020B0604020202020204"/>
              <a:buChar char="»"/>
              <a:defRPr sz="1800"/>
            </a:lvl9pPr>
          </a:lstStyle>
          <a:p/>
        </p:txBody>
      </p:sp>
      <p:sp>
        <p:nvSpPr>
          <p:cNvPr id="20" name="Google Shape;20;p5"/>
          <p:cNvSpPr txBox="1"/>
          <p:nvPr>
            <p:ph type="body" idx="2"/>
          </p:nvPr>
        </p:nvSpPr>
        <p:spPr>
          <a:xfrm>
            <a:off x="4935538" y="897731"/>
            <a:ext cx="3165600" cy="3564600"/>
          </a:xfrm>
          <a:prstGeom prst="rect">
            <a:avLst/>
          </a:prstGeom>
          <a:noFill/>
          <a:ln>
            <a:noFill/>
          </a:ln>
        </p:spPr>
        <p:txBody>
          <a:bodyPr spcFirstLastPara="1" wrap="square" lIns="91425" tIns="45700" rIns="91425" bIns="45700" anchor="t" anchorCtr="0">
            <a:noAutofit/>
          </a:bodyPr>
          <a:lstStyle>
            <a:lvl1pPr marL="457200" lvl="0" indent="-406400" algn="l">
              <a:spcBef>
                <a:spcPts val="560"/>
              </a:spcBef>
              <a:spcAft>
                <a:spcPts val="0"/>
              </a:spcAft>
              <a:buClr>
                <a:schemeClr val="lt1"/>
              </a:buClr>
              <a:buSzPts val="2800"/>
              <a:buFont typeface="Arial" panose="020B0604020202020204"/>
              <a:buChar char="•"/>
              <a:defRPr sz="2800"/>
            </a:lvl1pPr>
            <a:lvl2pPr marL="914400" lvl="1" indent="-381000" algn="l">
              <a:spcBef>
                <a:spcPts val="480"/>
              </a:spcBef>
              <a:spcAft>
                <a:spcPts val="0"/>
              </a:spcAft>
              <a:buClr>
                <a:schemeClr val="lt1"/>
              </a:buClr>
              <a:buSzPts val="2400"/>
              <a:buFont typeface="Arial" panose="020B0604020202020204"/>
              <a:buChar char="–"/>
              <a:defRPr sz="2400"/>
            </a:lvl2pPr>
            <a:lvl3pPr marL="1371600" lvl="2" indent="-355600" algn="l">
              <a:spcBef>
                <a:spcPts val="400"/>
              </a:spcBef>
              <a:spcAft>
                <a:spcPts val="0"/>
              </a:spcAft>
              <a:buClr>
                <a:schemeClr val="lt1"/>
              </a:buClr>
              <a:buSzPts val="2000"/>
              <a:buFont typeface="Arial" panose="020B0604020202020204"/>
              <a:buChar char="•"/>
              <a:defRPr sz="2000"/>
            </a:lvl3pPr>
            <a:lvl4pPr marL="1828800" lvl="3" indent="-342900" algn="l">
              <a:spcBef>
                <a:spcPts val="360"/>
              </a:spcBef>
              <a:spcAft>
                <a:spcPts val="0"/>
              </a:spcAft>
              <a:buClr>
                <a:schemeClr val="lt1"/>
              </a:buClr>
              <a:buSzPts val="1800"/>
              <a:buFont typeface="Arial" panose="020B0604020202020204"/>
              <a:buChar char="–"/>
              <a:defRPr sz="1800"/>
            </a:lvl4pPr>
            <a:lvl5pPr marL="2286000" lvl="4" indent="-342900" algn="l">
              <a:spcBef>
                <a:spcPts val="360"/>
              </a:spcBef>
              <a:spcAft>
                <a:spcPts val="0"/>
              </a:spcAft>
              <a:buClr>
                <a:schemeClr val="lt1"/>
              </a:buClr>
              <a:buSzPts val="1800"/>
              <a:buFont typeface="Arial" panose="020B0604020202020204"/>
              <a:buChar char="»"/>
              <a:defRPr sz="1800"/>
            </a:lvl5pPr>
            <a:lvl6pPr marL="2743200" lvl="5" indent="-342900" algn="l">
              <a:spcBef>
                <a:spcPts val="360"/>
              </a:spcBef>
              <a:spcAft>
                <a:spcPts val="0"/>
              </a:spcAft>
              <a:buClr>
                <a:schemeClr val="lt1"/>
              </a:buClr>
              <a:buSzPts val="1800"/>
              <a:buFont typeface="Arial" panose="020B0604020202020204"/>
              <a:buChar char="»"/>
              <a:defRPr sz="1800"/>
            </a:lvl6pPr>
            <a:lvl7pPr marL="3200400" lvl="6" indent="-342900" algn="l">
              <a:spcBef>
                <a:spcPts val="360"/>
              </a:spcBef>
              <a:spcAft>
                <a:spcPts val="0"/>
              </a:spcAft>
              <a:buClr>
                <a:schemeClr val="lt1"/>
              </a:buClr>
              <a:buSzPts val="1800"/>
              <a:buFont typeface="Arial" panose="020B0604020202020204"/>
              <a:buChar char="»"/>
              <a:defRPr sz="1800"/>
            </a:lvl7pPr>
            <a:lvl8pPr marL="3657600" lvl="7" indent="-342900" algn="l">
              <a:spcBef>
                <a:spcPts val="360"/>
              </a:spcBef>
              <a:spcAft>
                <a:spcPts val="0"/>
              </a:spcAft>
              <a:buClr>
                <a:schemeClr val="lt1"/>
              </a:buClr>
              <a:buSzPts val="1800"/>
              <a:buFont typeface="Arial" panose="020B0604020202020204"/>
              <a:buChar char="»"/>
              <a:defRPr sz="1800"/>
            </a:lvl8pPr>
            <a:lvl9pPr marL="4114800" lvl="8" indent="-342900" algn="l">
              <a:spcBef>
                <a:spcPts val="360"/>
              </a:spcBef>
              <a:spcAft>
                <a:spcPts val="0"/>
              </a:spcAft>
              <a:buClr>
                <a:schemeClr val="lt1"/>
              </a:buClr>
              <a:buSzPts val="1800"/>
              <a:buFont typeface="Arial" panose="020B0604020202020204"/>
              <a:buChar char="»"/>
              <a:defRPr sz="18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Сравнение">
  <p:cSld name="TWO_OBJECTS_WITH_TEXT">
    <p:spTree>
      <p:nvGrpSpPr>
        <p:cNvPr id="21" name="Shape 21"/>
        <p:cNvGrpSpPr/>
        <p:nvPr/>
      </p:nvGrpSpPr>
      <p:grpSpPr>
        <a:xfrm>
          <a:off x="0" y="0"/>
          <a:ext cx="0" cy="0"/>
          <a:chOff x="0" y="0"/>
          <a:chExt cx="0" cy="0"/>
        </a:xfrm>
      </p:grpSpPr>
      <p:sp>
        <p:nvSpPr>
          <p:cNvPr id="22" name="Google Shape;22;p6"/>
          <p:cNvSpPr txBox="1"/>
          <p:nvPr>
            <p:ph type="title"/>
          </p:nvPr>
        </p:nvSpPr>
        <p:spPr>
          <a:xfrm>
            <a:off x="457200" y="205978"/>
            <a:ext cx="8229600" cy="857400"/>
          </a:xfrm>
          <a:prstGeom prst="rect">
            <a:avLst/>
          </a:prstGeom>
          <a:noFill/>
          <a:ln>
            <a:noFill/>
          </a:ln>
          <a:effectLst>
            <a:outerShdw dist="17961" dir="2700000" algn="ctr" rotWithShape="0">
              <a:schemeClr val="lt1"/>
            </a:outerShdw>
          </a:effectLst>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6"/>
          <p:cNvSpPr txBox="1"/>
          <p:nvPr>
            <p:ph type="body" idx="1"/>
          </p:nvPr>
        </p:nvSpPr>
        <p:spPr>
          <a:xfrm>
            <a:off x="457200" y="1151335"/>
            <a:ext cx="4040100" cy="479700"/>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lt1"/>
              </a:buClr>
              <a:buSzPts val="2400"/>
              <a:buFont typeface="Arial" panose="020B0604020202020204"/>
              <a:buNone/>
              <a:defRPr sz="2400" b="1"/>
            </a:lvl1pPr>
            <a:lvl2pPr marL="914400" lvl="1" indent="-228600" algn="l">
              <a:spcBef>
                <a:spcPts val="400"/>
              </a:spcBef>
              <a:spcAft>
                <a:spcPts val="0"/>
              </a:spcAft>
              <a:buClr>
                <a:schemeClr val="lt1"/>
              </a:buClr>
              <a:buSzPts val="2000"/>
              <a:buFont typeface="Arial" panose="020B0604020202020204"/>
              <a:buNone/>
              <a:defRPr sz="2000" b="1"/>
            </a:lvl2pPr>
            <a:lvl3pPr marL="1371600" lvl="2" indent="-228600" algn="l">
              <a:spcBef>
                <a:spcPts val="360"/>
              </a:spcBef>
              <a:spcAft>
                <a:spcPts val="0"/>
              </a:spcAft>
              <a:buClr>
                <a:schemeClr val="lt1"/>
              </a:buClr>
              <a:buSzPts val="1800"/>
              <a:buFont typeface="Arial" panose="020B0604020202020204"/>
              <a:buNone/>
              <a:defRPr sz="1800" b="1"/>
            </a:lvl3pPr>
            <a:lvl4pPr marL="1828800" lvl="3" indent="-228600" algn="l">
              <a:spcBef>
                <a:spcPts val="320"/>
              </a:spcBef>
              <a:spcAft>
                <a:spcPts val="0"/>
              </a:spcAft>
              <a:buClr>
                <a:schemeClr val="lt1"/>
              </a:buClr>
              <a:buSzPts val="1600"/>
              <a:buFont typeface="Arial" panose="020B0604020202020204"/>
              <a:buNone/>
              <a:defRPr sz="1600" b="1"/>
            </a:lvl4pPr>
            <a:lvl5pPr marL="2286000" lvl="4" indent="-228600" algn="l">
              <a:spcBef>
                <a:spcPts val="320"/>
              </a:spcBef>
              <a:spcAft>
                <a:spcPts val="0"/>
              </a:spcAft>
              <a:buClr>
                <a:schemeClr val="lt1"/>
              </a:buClr>
              <a:buSzPts val="1600"/>
              <a:buFont typeface="Arial" panose="020B0604020202020204"/>
              <a:buNone/>
              <a:defRPr sz="1600" b="1"/>
            </a:lvl5pPr>
            <a:lvl6pPr marL="2743200" lvl="5" indent="-228600" algn="l">
              <a:spcBef>
                <a:spcPts val="320"/>
              </a:spcBef>
              <a:spcAft>
                <a:spcPts val="0"/>
              </a:spcAft>
              <a:buClr>
                <a:schemeClr val="lt1"/>
              </a:buClr>
              <a:buSzPts val="1600"/>
              <a:buFont typeface="Arial" panose="020B0604020202020204"/>
              <a:buNone/>
              <a:defRPr sz="1600" b="1"/>
            </a:lvl6pPr>
            <a:lvl7pPr marL="3200400" lvl="6" indent="-228600" algn="l">
              <a:spcBef>
                <a:spcPts val="320"/>
              </a:spcBef>
              <a:spcAft>
                <a:spcPts val="0"/>
              </a:spcAft>
              <a:buClr>
                <a:schemeClr val="lt1"/>
              </a:buClr>
              <a:buSzPts val="1600"/>
              <a:buFont typeface="Arial" panose="020B0604020202020204"/>
              <a:buNone/>
              <a:defRPr sz="1600" b="1"/>
            </a:lvl7pPr>
            <a:lvl8pPr marL="3657600" lvl="7" indent="-228600" algn="l">
              <a:spcBef>
                <a:spcPts val="320"/>
              </a:spcBef>
              <a:spcAft>
                <a:spcPts val="0"/>
              </a:spcAft>
              <a:buClr>
                <a:schemeClr val="lt1"/>
              </a:buClr>
              <a:buSzPts val="1600"/>
              <a:buFont typeface="Arial" panose="020B0604020202020204"/>
              <a:buNone/>
              <a:defRPr sz="1600" b="1"/>
            </a:lvl8pPr>
            <a:lvl9pPr marL="4114800" lvl="8" indent="-228600" algn="l">
              <a:spcBef>
                <a:spcPts val="320"/>
              </a:spcBef>
              <a:spcAft>
                <a:spcPts val="0"/>
              </a:spcAft>
              <a:buClr>
                <a:schemeClr val="lt1"/>
              </a:buClr>
              <a:buSzPts val="1600"/>
              <a:buFont typeface="Arial" panose="020B0604020202020204"/>
              <a:buNone/>
              <a:defRPr sz="1600" b="1"/>
            </a:lvl9pPr>
          </a:lstStyle>
          <a:p/>
        </p:txBody>
      </p:sp>
      <p:sp>
        <p:nvSpPr>
          <p:cNvPr id="24" name="Google Shape;24;p6"/>
          <p:cNvSpPr txBox="1"/>
          <p:nvPr>
            <p:ph type="body" idx="2"/>
          </p:nvPr>
        </p:nvSpPr>
        <p:spPr>
          <a:xfrm>
            <a:off x="457200" y="1631156"/>
            <a:ext cx="4040100" cy="2963400"/>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lt1"/>
              </a:buClr>
              <a:buSzPts val="2400"/>
              <a:buFont typeface="Arial" panose="020B0604020202020204"/>
              <a:buChar char="•"/>
              <a:defRPr sz="2400"/>
            </a:lvl1pPr>
            <a:lvl2pPr marL="914400" lvl="1" indent="-355600" algn="l">
              <a:spcBef>
                <a:spcPts val="400"/>
              </a:spcBef>
              <a:spcAft>
                <a:spcPts val="0"/>
              </a:spcAft>
              <a:buClr>
                <a:schemeClr val="lt1"/>
              </a:buClr>
              <a:buSzPts val="2000"/>
              <a:buFont typeface="Arial" panose="020B0604020202020204"/>
              <a:buChar char="–"/>
              <a:defRPr sz="2000"/>
            </a:lvl2pPr>
            <a:lvl3pPr marL="1371600" lvl="2" indent="-342900" algn="l">
              <a:spcBef>
                <a:spcPts val="360"/>
              </a:spcBef>
              <a:spcAft>
                <a:spcPts val="0"/>
              </a:spcAft>
              <a:buClr>
                <a:schemeClr val="lt1"/>
              </a:buClr>
              <a:buSzPts val="1800"/>
              <a:buFont typeface="Arial" panose="020B0604020202020204"/>
              <a:buChar char="•"/>
              <a:defRPr sz="1800"/>
            </a:lvl3pPr>
            <a:lvl4pPr marL="1828800" lvl="3" indent="-330200" algn="l">
              <a:spcBef>
                <a:spcPts val="320"/>
              </a:spcBef>
              <a:spcAft>
                <a:spcPts val="0"/>
              </a:spcAft>
              <a:buClr>
                <a:schemeClr val="lt1"/>
              </a:buClr>
              <a:buSzPts val="1600"/>
              <a:buFont typeface="Arial" panose="020B0604020202020204"/>
              <a:buChar char="–"/>
              <a:defRPr sz="1600"/>
            </a:lvl4pPr>
            <a:lvl5pPr marL="2286000" lvl="4" indent="-330200" algn="l">
              <a:spcBef>
                <a:spcPts val="320"/>
              </a:spcBef>
              <a:spcAft>
                <a:spcPts val="0"/>
              </a:spcAft>
              <a:buClr>
                <a:schemeClr val="lt1"/>
              </a:buClr>
              <a:buSzPts val="1600"/>
              <a:buFont typeface="Arial" panose="020B0604020202020204"/>
              <a:buChar char="»"/>
              <a:defRPr sz="1600"/>
            </a:lvl5pPr>
            <a:lvl6pPr marL="2743200" lvl="5" indent="-330200" algn="l">
              <a:spcBef>
                <a:spcPts val="320"/>
              </a:spcBef>
              <a:spcAft>
                <a:spcPts val="0"/>
              </a:spcAft>
              <a:buClr>
                <a:schemeClr val="lt1"/>
              </a:buClr>
              <a:buSzPts val="1600"/>
              <a:buFont typeface="Arial" panose="020B0604020202020204"/>
              <a:buChar char="»"/>
              <a:defRPr sz="1600"/>
            </a:lvl6pPr>
            <a:lvl7pPr marL="3200400" lvl="6" indent="-330200" algn="l">
              <a:spcBef>
                <a:spcPts val="320"/>
              </a:spcBef>
              <a:spcAft>
                <a:spcPts val="0"/>
              </a:spcAft>
              <a:buClr>
                <a:schemeClr val="lt1"/>
              </a:buClr>
              <a:buSzPts val="1600"/>
              <a:buFont typeface="Arial" panose="020B0604020202020204"/>
              <a:buChar char="»"/>
              <a:defRPr sz="1600"/>
            </a:lvl7pPr>
            <a:lvl8pPr marL="3657600" lvl="7" indent="-330200" algn="l">
              <a:spcBef>
                <a:spcPts val="320"/>
              </a:spcBef>
              <a:spcAft>
                <a:spcPts val="0"/>
              </a:spcAft>
              <a:buClr>
                <a:schemeClr val="lt1"/>
              </a:buClr>
              <a:buSzPts val="1600"/>
              <a:buFont typeface="Arial" panose="020B0604020202020204"/>
              <a:buChar char="»"/>
              <a:defRPr sz="1600"/>
            </a:lvl8pPr>
            <a:lvl9pPr marL="4114800" lvl="8" indent="-330200" algn="l">
              <a:spcBef>
                <a:spcPts val="320"/>
              </a:spcBef>
              <a:spcAft>
                <a:spcPts val="0"/>
              </a:spcAft>
              <a:buClr>
                <a:schemeClr val="lt1"/>
              </a:buClr>
              <a:buSzPts val="1600"/>
              <a:buFont typeface="Arial" panose="020B0604020202020204"/>
              <a:buChar char="»"/>
              <a:defRPr sz="1600"/>
            </a:lvl9pPr>
          </a:lstStyle>
          <a:p/>
        </p:txBody>
      </p:sp>
      <p:sp>
        <p:nvSpPr>
          <p:cNvPr id="25" name="Google Shape;25;p6"/>
          <p:cNvSpPr txBox="1"/>
          <p:nvPr>
            <p:ph type="body" idx="3"/>
          </p:nvPr>
        </p:nvSpPr>
        <p:spPr>
          <a:xfrm>
            <a:off x="4645025" y="1151335"/>
            <a:ext cx="4041900" cy="479700"/>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lt1"/>
              </a:buClr>
              <a:buSzPts val="2400"/>
              <a:buFont typeface="Arial" panose="020B0604020202020204"/>
              <a:buNone/>
              <a:defRPr sz="2400" b="1"/>
            </a:lvl1pPr>
            <a:lvl2pPr marL="914400" lvl="1" indent="-228600" algn="l">
              <a:spcBef>
                <a:spcPts val="400"/>
              </a:spcBef>
              <a:spcAft>
                <a:spcPts val="0"/>
              </a:spcAft>
              <a:buClr>
                <a:schemeClr val="lt1"/>
              </a:buClr>
              <a:buSzPts val="2000"/>
              <a:buFont typeface="Arial" panose="020B0604020202020204"/>
              <a:buNone/>
              <a:defRPr sz="2000" b="1"/>
            </a:lvl2pPr>
            <a:lvl3pPr marL="1371600" lvl="2" indent="-228600" algn="l">
              <a:spcBef>
                <a:spcPts val="360"/>
              </a:spcBef>
              <a:spcAft>
                <a:spcPts val="0"/>
              </a:spcAft>
              <a:buClr>
                <a:schemeClr val="lt1"/>
              </a:buClr>
              <a:buSzPts val="1800"/>
              <a:buFont typeface="Arial" panose="020B0604020202020204"/>
              <a:buNone/>
              <a:defRPr sz="1800" b="1"/>
            </a:lvl3pPr>
            <a:lvl4pPr marL="1828800" lvl="3" indent="-228600" algn="l">
              <a:spcBef>
                <a:spcPts val="320"/>
              </a:spcBef>
              <a:spcAft>
                <a:spcPts val="0"/>
              </a:spcAft>
              <a:buClr>
                <a:schemeClr val="lt1"/>
              </a:buClr>
              <a:buSzPts val="1600"/>
              <a:buFont typeface="Arial" panose="020B0604020202020204"/>
              <a:buNone/>
              <a:defRPr sz="1600" b="1"/>
            </a:lvl4pPr>
            <a:lvl5pPr marL="2286000" lvl="4" indent="-228600" algn="l">
              <a:spcBef>
                <a:spcPts val="320"/>
              </a:spcBef>
              <a:spcAft>
                <a:spcPts val="0"/>
              </a:spcAft>
              <a:buClr>
                <a:schemeClr val="lt1"/>
              </a:buClr>
              <a:buSzPts val="1600"/>
              <a:buFont typeface="Arial" panose="020B0604020202020204"/>
              <a:buNone/>
              <a:defRPr sz="1600" b="1"/>
            </a:lvl5pPr>
            <a:lvl6pPr marL="2743200" lvl="5" indent="-228600" algn="l">
              <a:spcBef>
                <a:spcPts val="320"/>
              </a:spcBef>
              <a:spcAft>
                <a:spcPts val="0"/>
              </a:spcAft>
              <a:buClr>
                <a:schemeClr val="lt1"/>
              </a:buClr>
              <a:buSzPts val="1600"/>
              <a:buFont typeface="Arial" panose="020B0604020202020204"/>
              <a:buNone/>
              <a:defRPr sz="1600" b="1"/>
            </a:lvl6pPr>
            <a:lvl7pPr marL="3200400" lvl="6" indent="-228600" algn="l">
              <a:spcBef>
                <a:spcPts val="320"/>
              </a:spcBef>
              <a:spcAft>
                <a:spcPts val="0"/>
              </a:spcAft>
              <a:buClr>
                <a:schemeClr val="lt1"/>
              </a:buClr>
              <a:buSzPts val="1600"/>
              <a:buFont typeface="Arial" panose="020B0604020202020204"/>
              <a:buNone/>
              <a:defRPr sz="1600" b="1"/>
            </a:lvl7pPr>
            <a:lvl8pPr marL="3657600" lvl="7" indent="-228600" algn="l">
              <a:spcBef>
                <a:spcPts val="320"/>
              </a:spcBef>
              <a:spcAft>
                <a:spcPts val="0"/>
              </a:spcAft>
              <a:buClr>
                <a:schemeClr val="lt1"/>
              </a:buClr>
              <a:buSzPts val="1600"/>
              <a:buFont typeface="Arial" panose="020B0604020202020204"/>
              <a:buNone/>
              <a:defRPr sz="1600" b="1"/>
            </a:lvl8pPr>
            <a:lvl9pPr marL="4114800" lvl="8" indent="-228600" algn="l">
              <a:spcBef>
                <a:spcPts val="320"/>
              </a:spcBef>
              <a:spcAft>
                <a:spcPts val="0"/>
              </a:spcAft>
              <a:buClr>
                <a:schemeClr val="lt1"/>
              </a:buClr>
              <a:buSzPts val="1600"/>
              <a:buFont typeface="Arial" panose="020B0604020202020204"/>
              <a:buNone/>
              <a:defRPr sz="1600" b="1"/>
            </a:lvl9pPr>
          </a:lstStyle>
          <a:p/>
        </p:txBody>
      </p:sp>
      <p:sp>
        <p:nvSpPr>
          <p:cNvPr id="26" name="Google Shape;26;p6"/>
          <p:cNvSpPr txBox="1"/>
          <p:nvPr>
            <p:ph type="body" idx="4"/>
          </p:nvPr>
        </p:nvSpPr>
        <p:spPr>
          <a:xfrm>
            <a:off x="4645025" y="1631156"/>
            <a:ext cx="4041900" cy="2963400"/>
          </a:xfrm>
          <a:prstGeom prst="rect">
            <a:avLst/>
          </a:prstGeom>
          <a:noFill/>
          <a:ln>
            <a:noFill/>
          </a:ln>
        </p:spPr>
        <p:txBody>
          <a:bodyPr spcFirstLastPara="1" wrap="square" lIns="91425" tIns="45700" rIns="91425" bIns="45700" anchor="t" anchorCtr="0">
            <a:noAutofit/>
          </a:bodyPr>
          <a:lstStyle>
            <a:lvl1pPr marL="457200" lvl="0" indent="-381000" algn="l">
              <a:spcBef>
                <a:spcPts val="480"/>
              </a:spcBef>
              <a:spcAft>
                <a:spcPts val="0"/>
              </a:spcAft>
              <a:buClr>
                <a:schemeClr val="lt1"/>
              </a:buClr>
              <a:buSzPts val="2400"/>
              <a:buFont typeface="Arial" panose="020B0604020202020204"/>
              <a:buChar char="•"/>
              <a:defRPr sz="2400"/>
            </a:lvl1pPr>
            <a:lvl2pPr marL="914400" lvl="1" indent="-355600" algn="l">
              <a:spcBef>
                <a:spcPts val="400"/>
              </a:spcBef>
              <a:spcAft>
                <a:spcPts val="0"/>
              </a:spcAft>
              <a:buClr>
                <a:schemeClr val="lt1"/>
              </a:buClr>
              <a:buSzPts val="2000"/>
              <a:buFont typeface="Arial" panose="020B0604020202020204"/>
              <a:buChar char="–"/>
              <a:defRPr sz="2000"/>
            </a:lvl2pPr>
            <a:lvl3pPr marL="1371600" lvl="2" indent="-342900" algn="l">
              <a:spcBef>
                <a:spcPts val="360"/>
              </a:spcBef>
              <a:spcAft>
                <a:spcPts val="0"/>
              </a:spcAft>
              <a:buClr>
                <a:schemeClr val="lt1"/>
              </a:buClr>
              <a:buSzPts val="1800"/>
              <a:buFont typeface="Arial" panose="020B0604020202020204"/>
              <a:buChar char="•"/>
              <a:defRPr sz="1800"/>
            </a:lvl3pPr>
            <a:lvl4pPr marL="1828800" lvl="3" indent="-330200" algn="l">
              <a:spcBef>
                <a:spcPts val="320"/>
              </a:spcBef>
              <a:spcAft>
                <a:spcPts val="0"/>
              </a:spcAft>
              <a:buClr>
                <a:schemeClr val="lt1"/>
              </a:buClr>
              <a:buSzPts val="1600"/>
              <a:buFont typeface="Arial" panose="020B0604020202020204"/>
              <a:buChar char="–"/>
              <a:defRPr sz="1600"/>
            </a:lvl4pPr>
            <a:lvl5pPr marL="2286000" lvl="4" indent="-330200" algn="l">
              <a:spcBef>
                <a:spcPts val="320"/>
              </a:spcBef>
              <a:spcAft>
                <a:spcPts val="0"/>
              </a:spcAft>
              <a:buClr>
                <a:schemeClr val="lt1"/>
              </a:buClr>
              <a:buSzPts val="1600"/>
              <a:buFont typeface="Arial" panose="020B0604020202020204"/>
              <a:buChar char="»"/>
              <a:defRPr sz="1600"/>
            </a:lvl5pPr>
            <a:lvl6pPr marL="2743200" lvl="5" indent="-330200" algn="l">
              <a:spcBef>
                <a:spcPts val="320"/>
              </a:spcBef>
              <a:spcAft>
                <a:spcPts val="0"/>
              </a:spcAft>
              <a:buClr>
                <a:schemeClr val="lt1"/>
              </a:buClr>
              <a:buSzPts val="1600"/>
              <a:buFont typeface="Arial" panose="020B0604020202020204"/>
              <a:buChar char="»"/>
              <a:defRPr sz="1600"/>
            </a:lvl6pPr>
            <a:lvl7pPr marL="3200400" lvl="6" indent="-330200" algn="l">
              <a:spcBef>
                <a:spcPts val="320"/>
              </a:spcBef>
              <a:spcAft>
                <a:spcPts val="0"/>
              </a:spcAft>
              <a:buClr>
                <a:schemeClr val="lt1"/>
              </a:buClr>
              <a:buSzPts val="1600"/>
              <a:buFont typeface="Arial" panose="020B0604020202020204"/>
              <a:buChar char="»"/>
              <a:defRPr sz="1600"/>
            </a:lvl7pPr>
            <a:lvl8pPr marL="3657600" lvl="7" indent="-330200" algn="l">
              <a:spcBef>
                <a:spcPts val="320"/>
              </a:spcBef>
              <a:spcAft>
                <a:spcPts val="0"/>
              </a:spcAft>
              <a:buClr>
                <a:schemeClr val="lt1"/>
              </a:buClr>
              <a:buSzPts val="1600"/>
              <a:buFont typeface="Arial" panose="020B0604020202020204"/>
              <a:buChar char="»"/>
              <a:defRPr sz="1600"/>
            </a:lvl8pPr>
            <a:lvl9pPr marL="4114800" lvl="8" indent="-330200" algn="l">
              <a:spcBef>
                <a:spcPts val="320"/>
              </a:spcBef>
              <a:spcAft>
                <a:spcPts val="0"/>
              </a:spcAft>
              <a:buClr>
                <a:schemeClr val="lt1"/>
              </a:buClr>
              <a:buSzPts val="1600"/>
              <a:buFont typeface="Arial" panose="020B0604020202020204"/>
              <a:buChar char="»"/>
              <a:defRPr sz="16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Только заголовок">
  <p:cSld name="TITLE_ONLY">
    <p:spTree>
      <p:nvGrpSpPr>
        <p:cNvPr id="27" name="Shape 27"/>
        <p:cNvGrpSpPr/>
        <p:nvPr/>
      </p:nvGrpSpPr>
      <p:grpSpPr>
        <a:xfrm>
          <a:off x="0" y="0"/>
          <a:ext cx="0" cy="0"/>
          <a:chOff x="0" y="0"/>
          <a:chExt cx="0" cy="0"/>
        </a:xfrm>
      </p:grpSpPr>
      <p:sp>
        <p:nvSpPr>
          <p:cNvPr id="28" name="Google Shape;28;p7"/>
          <p:cNvSpPr txBox="1"/>
          <p:nvPr>
            <p:ph type="title"/>
          </p:nvPr>
        </p:nvSpPr>
        <p:spPr>
          <a:xfrm>
            <a:off x="1619250" y="195263"/>
            <a:ext cx="6408600" cy="381000"/>
          </a:xfrm>
          <a:prstGeom prst="rect">
            <a:avLst/>
          </a:prstGeom>
          <a:noFill/>
          <a:ln>
            <a:noFill/>
          </a:ln>
          <a:effectLst>
            <a:outerShdw dist="17961" dir="2700000" algn="ctr" rotWithShape="0">
              <a:schemeClr val="lt1"/>
            </a:outerShdw>
          </a:effectLst>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Пустой слайд">
  <p:cSld name="BLANK">
    <p:spTree>
      <p:nvGrpSpPr>
        <p:cNvPr id="29" name="Shape 29"/>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Объект с подписью">
  <p:cSld name="OBJECT_WITH_CAPTION_TEXT">
    <p:spTree>
      <p:nvGrpSpPr>
        <p:cNvPr id="30" name="Shape 30"/>
        <p:cNvGrpSpPr/>
        <p:nvPr/>
      </p:nvGrpSpPr>
      <p:grpSpPr>
        <a:xfrm>
          <a:off x="0" y="0"/>
          <a:ext cx="0" cy="0"/>
          <a:chOff x="0" y="0"/>
          <a:chExt cx="0" cy="0"/>
        </a:xfrm>
      </p:grpSpPr>
      <p:sp>
        <p:nvSpPr>
          <p:cNvPr id="31" name="Google Shape;31;p9"/>
          <p:cNvSpPr txBox="1"/>
          <p:nvPr>
            <p:ph type="title"/>
          </p:nvPr>
        </p:nvSpPr>
        <p:spPr>
          <a:xfrm>
            <a:off x="457200" y="204788"/>
            <a:ext cx="3008400" cy="871500"/>
          </a:xfrm>
          <a:prstGeom prst="rect">
            <a:avLst/>
          </a:prstGeom>
          <a:noFill/>
          <a:ln>
            <a:noFill/>
          </a:ln>
          <a:effectLst>
            <a:outerShdw dist="17961" dir="2700000" algn="ctr" rotWithShape="0">
              <a:schemeClr val="lt1"/>
            </a:outerShdw>
          </a:effectLst>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9"/>
          <p:cNvSpPr txBox="1"/>
          <p:nvPr>
            <p:ph type="body" idx="1"/>
          </p:nvPr>
        </p:nvSpPr>
        <p:spPr>
          <a:xfrm>
            <a:off x="3575050" y="204788"/>
            <a:ext cx="5111700" cy="4389900"/>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lt1"/>
              </a:buClr>
              <a:buSzPts val="3200"/>
              <a:buFont typeface="Arial" panose="020B0604020202020204"/>
              <a:buChar char="•"/>
              <a:defRPr sz="3200"/>
            </a:lvl1pPr>
            <a:lvl2pPr marL="914400" lvl="1" indent="-406400" algn="l">
              <a:spcBef>
                <a:spcPts val="560"/>
              </a:spcBef>
              <a:spcAft>
                <a:spcPts val="0"/>
              </a:spcAft>
              <a:buClr>
                <a:schemeClr val="lt1"/>
              </a:buClr>
              <a:buSzPts val="2800"/>
              <a:buFont typeface="Arial" panose="020B0604020202020204"/>
              <a:buChar char="–"/>
              <a:defRPr sz="2800"/>
            </a:lvl2pPr>
            <a:lvl3pPr marL="1371600" lvl="2" indent="-381000" algn="l">
              <a:spcBef>
                <a:spcPts val="480"/>
              </a:spcBef>
              <a:spcAft>
                <a:spcPts val="0"/>
              </a:spcAft>
              <a:buClr>
                <a:schemeClr val="lt1"/>
              </a:buClr>
              <a:buSzPts val="2400"/>
              <a:buFont typeface="Arial" panose="020B0604020202020204"/>
              <a:buChar char="•"/>
              <a:defRPr sz="2400"/>
            </a:lvl3pPr>
            <a:lvl4pPr marL="1828800" lvl="3" indent="-355600" algn="l">
              <a:spcBef>
                <a:spcPts val="400"/>
              </a:spcBef>
              <a:spcAft>
                <a:spcPts val="0"/>
              </a:spcAft>
              <a:buClr>
                <a:schemeClr val="lt1"/>
              </a:buClr>
              <a:buSzPts val="2000"/>
              <a:buFont typeface="Arial" panose="020B0604020202020204"/>
              <a:buChar char="–"/>
              <a:defRPr sz="2000"/>
            </a:lvl4pPr>
            <a:lvl5pPr marL="2286000" lvl="4" indent="-355600" algn="l">
              <a:spcBef>
                <a:spcPts val="400"/>
              </a:spcBef>
              <a:spcAft>
                <a:spcPts val="0"/>
              </a:spcAft>
              <a:buClr>
                <a:schemeClr val="lt1"/>
              </a:buClr>
              <a:buSzPts val="2000"/>
              <a:buFont typeface="Arial" panose="020B0604020202020204"/>
              <a:buChar char="»"/>
              <a:defRPr sz="2000"/>
            </a:lvl5pPr>
            <a:lvl6pPr marL="2743200" lvl="5" indent="-355600" algn="l">
              <a:spcBef>
                <a:spcPts val="400"/>
              </a:spcBef>
              <a:spcAft>
                <a:spcPts val="0"/>
              </a:spcAft>
              <a:buClr>
                <a:schemeClr val="lt1"/>
              </a:buClr>
              <a:buSzPts val="2000"/>
              <a:buFont typeface="Arial" panose="020B0604020202020204"/>
              <a:buChar char="»"/>
              <a:defRPr sz="2000"/>
            </a:lvl6pPr>
            <a:lvl7pPr marL="3200400" lvl="6" indent="-355600" algn="l">
              <a:spcBef>
                <a:spcPts val="400"/>
              </a:spcBef>
              <a:spcAft>
                <a:spcPts val="0"/>
              </a:spcAft>
              <a:buClr>
                <a:schemeClr val="lt1"/>
              </a:buClr>
              <a:buSzPts val="2000"/>
              <a:buFont typeface="Arial" panose="020B0604020202020204"/>
              <a:buChar char="»"/>
              <a:defRPr sz="2000"/>
            </a:lvl7pPr>
            <a:lvl8pPr marL="3657600" lvl="7" indent="-355600" algn="l">
              <a:spcBef>
                <a:spcPts val="400"/>
              </a:spcBef>
              <a:spcAft>
                <a:spcPts val="0"/>
              </a:spcAft>
              <a:buClr>
                <a:schemeClr val="lt1"/>
              </a:buClr>
              <a:buSzPts val="2000"/>
              <a:buFont typeface="Arial" panose="020B0604020202020204"/>
              <a:buChar char="»"/>
              <a:defRPr sz="2000"/>
            </a:lvl8pPr>
            <a:lvl9pPr marL="4114800" lvl="8" indent="-355600" algn="l">
              <a:spcBef>
                <a:spcPts val="400"/>
              </a:spcBef>
              <a:spcAft>
                <a:spcPts val="0"/>
              </a:spcAft>
              <a:buClr>
                <a:schemeClr val="lt1"/>
              </a:buClr>
              <a:buSzPts val="2000"/>
              <a:buFont typeface="Arial" panose="020B0604020202020204"/>
              <a:buChar char="»"/>
              <a:defRPr sz="2000"/>
            </a:lvl9pPr>
          </a:lstStyle>
          <a:p/>
        </p:txBody>
      </p:sp>
      <p:sp>
        <p:nvSpPr>
          <p:cNvPr id="33" name="Google Shape;33;p9"/>
          <p:cNvSpPr txBox="1"/>
          <p:nvPr>
            <p:ph type="body" idx="2"/>
          </p:nvPr>
        </p:nvSpPr>
        <p:spPr>
          <a:xfrm>
            <a:off x="457200" y="1076325"/>
            <a:ext cx="3008400" cy="3518400"/>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lt1"/>
              </a:buClr>
              <a:buSzPts val="1400"/>
              <a:buFont typeface="Arial" panose="020B0604020202020204"/>
              <a:buNone/>
              <a:defRPr sz="1400"/>
            </a:lvl1pPr>
            <a:lvl2pPr marL="914400" lvl="1" indent="-228600" algn="l">
              <a:spcBef>
                <a:spcPts val="240"/>
              </a:spcBef>
              <a:spcAft>
                <a:spcPts val="0"/>
              </a:spcAft>
              <a:buClr>
                <a:schemeClr val="lt1"/>
              </a:buClr>
              <a:buSzPts val="1200"/>
              <a:buFont typeface="Arial" panose="020B0604020202020204"/>
              <a:buNone/>
              <a:defRPr sz="1200"/>
            </a:lvl2pPr>
            <a:lvl3pPr marL="1371600" lvl="2" indent="-228600" algn="l">
              <a:spcBef>
                <a:spcPts val="200"/>
              </a:spcBef>
              <a:spcAft>
                <a:spcPts val="0"/>
              </a:spcAft>
              <a:buClr>
                <a:schemeClr val="lt1"/>
              </a:buClr>
              <a:buSzPts val="1000"/>
              <a:buFont typeface="Arial" panose="020B0604020202020204"/>
              <a:buNone/>
              <a:defRPr sz="1000"/>
            </a:lvl3pPr>
            <a:lvl4pPr marL="1828800" lvl="3" indent="-228600" algn="l">
              <a:spcBef>
                <a:spcPts val="180"/>
              </a:spcBef>
              <a:spcAft>
                <a:spcPts val="0"/>
              </a:spcAft>
              <a:buClr>
                <a:schemeClr val="lt1"/>
              </a:buClr>
              <a:buSzPts val="900"/>
              <a:buFont typeface="Arial" panose="020B0604020202020204"/>
              <a:buNone/>
              <a:defRPr sz="900"/>
            </a:lvl4pPr>
            <a:lvl5pPr marL="2286000" lvl="4" indent="-228600" algn="l">
              <a:spcBef>
                <a:spcPts val="180"/>
              </a:spcBef>
              <a:spcAft>
                <a:spcPts val="0"/>
              </a:spcAft>
              <a:buClr>
                <a:schemeClr val="lt1"/>
              </a:buClr>
              <a:buSzPts val="900"/>
              <a:buFont typeface="Arial" panose="020B0604020202020204"/>
              <a:buNone/>
              <a:defRPr sz="900"/>
            </a:lvl5pPr>
            <a:lvl6pPr marL="2743200" lvl="5" indent="-228600" algn="l">
              <a:spcBef>
                <a:spcPts val="180"/>
              </a:spcBef>
              <a:spcAft>
                <a:spcPts val="0"/>
              </a:spcAft>
              <a:buClr>
                <a:schemeClr val="lt1"/>
              </a:buClr>
              <a:buSzPts val="900"/>
              <a:buFont typeface="Arial" panose="020B0604020202020204"/>
              <a:buNone/>
              <a:defRPr sz="900"/>
            </a:lvl6pPr>
            <a:lvl7pPr marL="3200400" lvl="6" indent="-228600" algn="l">
              <a:spcBef>
                <a:spcPts val="180"/>
              </a:spcBef>
              <a:spcAft>
                <a:spcPts val="0"/>
              </a:spcAft>
              <a:buClr>
                <a:schemeClr val="lt1"/>
              </a:buClr>
              <a:buSzPts val="900"/>
              <a:buFont typeface="Arial" panose="020B0604020202020204"/>
              <a:buNone/>
              <a:defRPr sz="900"/>
            </a:lvl7pPr>
            <a:lvl8pPr marL="3657600" lvl="7" indent="-228600" algn="l">
              <a:spcBef>
                <a:spcPts val="180"/>
              </a:spcBef>
              <a:spcAft>
                <a:spcPts val="0"/>
              </a:spcAft>
              <a:buClr>
                <a:schemeClr val="lt1"/>
              </a:buClr>
              <a:buSzPts val="900"/>
              <a:buFont typeface="Arial" panose="020B0604020202020204"/>
              <a:buNone/>
              <a:defRPr sz="900"/>
            </a:lvl8pPr>
            <a:lvl9pPr marL="4114800" lvl="8" indent="-228600" algn="l">
              <a:spcBef>
                <a:spcPts val="180"/>
              </a:spcBef>
              <a:spcAft>
                <a:spcPts val="0"/>
              </a:spcAft>
              <a:buClr>
                <a:schemeClr val="lt1"/>
              </a:buClr>
              <a:buSzPts val="900"/>
              <a:buFont typeface="Arial" panose="020B0604020202020204"/>
              <a:buNone/>
              <a:defRPr sz="900"/>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Рисунок с подписью">
  <p:cSld name="PICTURE_WITH_CAPTION_TEXT">
    <p:spTree>
      <p:nvGrpSpPr>
        <p:cNvPr id="34" name="Shape 34"/>
        <p:cNvGrpSpPr/>
        <p:nvPr/>
      </p:nvGrpSpPr>
      <p:grpSpPr>
        <a:xfrm>
          <a:off x="0" y="0"/>
          <a:ext cx="0" cy="0"/>
          <a:chOff x="0" y="0"/>
          <a:chExt cx="0" cy="0"/>
        </a:xfrm>
      </p:grpSpPr>
      <p:sp>
        <p:nvSpPr>
          <p:cNvPr id="35" name="Google Shape;35;p10"/>
          <p:cNvSpPr txBox="1"/>
          <p:nvPr>
            <p:ph type="title"/>
          </p:nvPr>
        </p:nvSpPr>
        <p:spPr>
          <a:xfrm>
            <a:off x="1792288" y="3600450"/>
            <a:ext cx="5486400" cy="425100"/>
          </a:xfrm>
          <a:prstGeom prst="rect">
            <a:avLst/>
          </a:prstGeom>
          <a:noFill/>
          <a:ln>
            <a:noFill/>
          </a:ln>
          <a:effectLst>
            <a:outerShdw dist="17961" dir="2700000" algn="ctr" rotWithShape="0">
              <a:schemeClr val="lt1"/>
            </a:outerShdw>
          </a:effectLst>
        </p:spPr>
        <p:txBody>
          <a:bodyPr spcFirstLastPara="1" wrap="square" lIns="91425" tIns="45700" rIns="91425" bIns="45700" anchor="b" anchorCtr="0">
            <a:noAutofit/>
          </a:bodyPr>
          <a:lstStyle>
            <a:lvl1pPr lvl="0" algn="l">
              <a:spcBef>
                <a:spcPts val="0"/>
              </a:spcBef>
              <a:spcAft>
                <a:spcPts val="0"/>
              </a:spcAft>
              <a:buSzPts val="1400"/>
              <a:buNone/>
              <a:defRPr sz="2000" b="1"/>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6" name="Google Shape;36;p10"/>
          <p:cNvSpPr/>
          <p:nvPr>
            <p:ph type="pic" idx="2"/>
          </p:nvPr>
        </p:nvSpPr>
        <p:spPr>
          <a:xfrm>
            <a:off x="1792288" y="459581"/>
            <a:ext cx="5486400" cy="3086100"/>
          </a:xfrm>
          <a:prstGeom prst="rect">
            <a:avLst/>
          </a:prstGeom>
          <a:noFill/>
          <a:ln>
            <a:noFill/>
          </a:ln>
        </p:spPr>
        <p:txBody>
          <a:bodyPr spcFirstLastPara="1" wrap="square" lIns="91425" tIns="45700" rIns="91425" bIns="45700" anchor="t" anchorCtr="0">
            <a:noAutofit/>
          </a:bodyPr>
          <a:lstStyle>
            <a:lvl1pPr marR="0" lvl="0" algn="l" rtl="0">
              <a:spcBef>
                <a:spcPts val="640"/>
              </a:spcBef>
              <a:spcAft>
                <a:spcPts val="0"/>
              </a:spcAft>
              <a:buClr>
                <a:schemeClr val="lt1"/>
              </a:buClr>
              <a:buSzPts val="3200"/>
              <a:buFont typeface="Arial" panose="020B0604020202020204"/>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R="0" lvl="1" algn="l" rtl="0">
              <a:spcBef>
                <a:spcPts val="560"/>
              </a:spcBef>
              <a:spcAft>
                <a:spcPts val="0"/>
              </a:spcAft>
              <a:buClr>
                <a:schemeClr val="lt1"/>
              </a:buClr>
              <a:buSzPts val="2800"/>
              <a:buFont typeface="Arial" panose="020B0604020202020204"/>
              <a:buNone/>
              <a:defRPr sz="2800" b="1"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R="0" lvl="2" algn="l" rtl="0">
              <a:spcBef>
                <a:spcPts val="480"/>
              </a:spcBef>
              <a:spcAft>
                <a:spcPts val="0"/>
              </a:spcAft>
              <a:buClr>
                <a:schemeClr val="lt1"/>
              </a:buClr>
              <a:buSzPts val="2400"/>
              <a:buFont typeface="Arial" panose="020B0604020202020204"/>
              <a:buNone/>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R="0" lvl="3" algn="l" rtl="0">
              <a:spcBef>
                <a:spcPts val="400"/>
              </a:spcBef>
              <a:spcAft>
                <a:spcPts val="0"/>
              </a:spcAft>
              <a:buClr>
                <a:schemeClr val="lt1"/>
              </a:buClr>
              <a:buSzPts val="2000"/>
              <a:buFont typeface="Arial" panose="020B0604020202020204"/>
              <a:buNone/>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R="0" lvl="4" algn="l" rtl="0">
              <a:spcBef>
                <a:spcPts val="400"/>
              </a:spcBef>
              <a:spcAft>
                <a:spcPts val="0"/>
              </a:spcAft>
              <a:buClr>
                <a:schemeClr val="lt1"/>
              </a:buClr>
              <a:buSzPts val="2000"/>
              <a:buFont typeface="Arial" panose="020B0604020202020204"/>
              <a:buNone/>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R="0" lvl="5" algn="l" rtl="0">
              <a:spcBef>
                <a:spcPts val="400"/>
              </a:spcBef>
              <a:spcAft>
                <a:spcPts val="0"/>
              </a:spcAft>
              <a:buClr>
                <a:schemeClr val="lt1"/>
              </a:buClr>
              <a:buSzPts val="2000"/>
              <a:buFont typeface="Arial" panose="020B0604020202020204"/>
              <a:buNone/>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R="0" lvl="6" algn="l" rtl="0">
              <a:spcBef>
                <a:spcPts val="400"/>
              </a:spcBef>
              <a:spcAft>
                <a:spcPts val="0"/>
              </a:spcAft>
              <a:buClr>
                <a:schemeClr val="lt1"/>
              </a:buClr>
              <a:buSzPts val="2000"/>
              <a:buFont typeface="Arial" panose="020B0604020202020204"/>
              <a:buNone/>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R="0" lvl="7" algn="l" rtl="0">
              <a:spcBef>
                <a:spcPts val="400"/>
              </a:spcBef>
              <a:spcAft>
                <a:spcPts val="0"/>
              </a:spcAft>
              <a:buClr>
                <a:schemeClr val="lt1"/>
              </a:buClr>
              <a:buSzPts val="2000"/>
              <a:buFont typeface="Arial" panose="020B0604020202020204"/>
              <a:buNone/>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R="0" lvl="8" algn="l" rtl="0">
              <a:spcBef>
                <a:spcPts val="400"/>
              </a:spcBef>
              <a:spcAft>
                <a:spcPts val="0"/>
              </a:spcAft>
              <a:buClr>
                <a:schemeClr val="lt1"/>
              </a:buClr>
              <a:buSzPts val="2000"/>
              <a:buFont typeface="Arial" panose="020B0604020202020204"/>
              <a:buNone/>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p:txBody>
      </p:sp>
      <p:sp>
        <p:nvSpPr>
          <p:cNvPr id="37" name="Google Shape;37;p10"/>
          <p:cNvSpPr txBox="1"/>
          <p:nvPr>
            <p:ph type="body" idx="1"/>
          </p:nvPr>
        </p:nvSpPr>
        <p:spPr>
          <a:xfrm>
            <a:off x="1792288" y="4025503"/>
            <a:ext cx="5486400" cy="603600"/>
          </a:xfrm>
          <a:prstGeom prst="rect">
            <a:avLst/>
          </a:prstGeom>
          <a:noFill/>
          <a:ln>
            <a:noFill/>
          </a:ln>
        </p:spPr>
        <p:txBody>
          <a:bodyPr spcFirstLastPara="1" wrap="square" lIns="91425" tIns="45700" rIns="91425" bIns="45700" anchor="t" anchorCtr="0">
            <a:noAutofit/>
          </a:bodyPr>
          <a:lstStyle>
            <a:lvl1pPr marL="457200" lvl="0" indent="-228600" algn="l">
              <a:spcBef>
                <a:spcPts val="280"/>
              </a:spcBef>
              <a:spcAft>
                <a:spcPts val="0"/>
              </a:spcAft>
              <a:buClr>
                <a:schemeClr val="lt1"/>
              </a:buClr>
              <a:buSzPts val="1400"/>
              <a:buFont typeface="Arial" panose="020B0604020202020204"/>
              <a:buNone/>
              <a:defRPr sz="1400"/>
            </a:lvl1pPr>
            <a:lvl2pPr marL="914400" lvl="1" indent="-228600" algn="l">
              <a:spcBef>
                <a:spcPts val="240"/>
              </a:spcBef>
              <a:spcAft>
                <a:spcPts val="0"/>
              </a:spcAft>
              <a:buClr>
                <a:schemeClr val="lt1"/>
              </a:buClr>
              <a:buSzPts val="1200"/>
              <a:buFont typeface="Arial" panose="020B0604020202020204"/>
              <a:buNone/>
              <a:defRPr sz="1200"/>
            </a:lvl2pPr>
            <a:lvl3pPr marL="1371600" lvl="2" indent="-228600" algn="l">
              <a:spcBef>
                <a:spcPts val="200"/>
              </a:spcBef>
              <a:spcAft>
                <a:spcPts val="0"/>
              </a:spcAft>
              <a:buClr>
                <a:schemeClr val="lt1"/>
              </a:buClr>
              <a:buSzPts val="1000"/>
              <a:buFont typeface="Arial" panose="020B0604020202020204"/>
              <a:buNone/>
              <a:defRPr sz="1000"/>
            </a:lvl3pPr>
            <a:lvl4pPr marL="1828800" lvl="3" indent="-228600" algn="l">
              <a:spcBef>
                <a:spcPts val="180"/>
              </a:spcBef>
              <a:spcAft>
                <a:spcPts val="0"/>
              </a:spcAft>
              <a:buClr>
                <a:schemeClr val="lt1"/>
              </a:buClr>
              <a:buSzPts val="900"/>
              <a:buFont typeface="Arial" panose="020B0604020202020204"/>
              <a:buNone/>
              <a:defRPr sz="900"/>
            </a:lvl4pPr>
            <a:lvl5pPr marL="2286000" lvl="4" indent="-228600" algn="l">
              <a:spcBef>
                <a:spcPts val="180"/>
              </a:spcBef>
              <a:spcAft>
                <a:spcPts val="0"/>
              </a:spcAft>
              <a:buClr>
                <a:schemeClr val="lt1"/>
              </a:buClr>
              <a:buSzPts val="900"/>
              <a:buFont typeface="Arial" panose="020B0604020202020204"/>
              <a:buNone/>
              <a:defRPr sz="900"/>
            </a:lvl5pPr>
            <a:lvl6pPr marL="2743200" lvl="5" indent="-228600" algn="l">
              <a:spcBef>
                <a:spcPts val="180"/>
              </a:spcBef>
              <a:spcAft>
                <a:spcPts val="0"/>
              </a:spcAft>
              <a:buClr>
                <a:schemeClr val="lt1"/>
              </a:buClr>
              <a:buSzPts val="900"/>
              <a:buFont typeface="Arial" panose="020B0604020202020204"/>
              <a:buNone/>
              <a:defRPr sz="900"/>
            </a:lvl6pPr>
            <a:lvl7pPr marL="3200400" lvl="6" indent="-228600" algn="l">
              <a:spcBef>
                <a:spcPts val="180"/>
              </a:spcBef>
              <a:spcAft>
                <a:spcPts val="0"/>
              </a:spcAft>
              <a:buClr>
                <a:schemeClr val="lt1"/>
              </a:buClr>
              <a:buSzPts val="900"/>
              <a:buFont typeface="Arial" panose="020B0604020202020204"/>
              <a:buNone/>
              <a:defRPr sz="900"/>
            </a:lvl7pPr>
            <a:lvl8pPr marL="3657600" lvl="7" indent="-228600" algn="l">
              <a:spcBef>
                <a:spcPts val="180"/>
              </a:spcBef>
              <a:spcAft>
                <a:spcPts val="0"/>
              </a:spcAft>
              <a:buClr>
                <a:schemeClr val="lt1"/>
              </a:buClr>
              <a:buSzPts val="900"/>
              <a:buFont typeface="Arial" panose="020B0604020202020204"/>
              <a:buNone/>
              <a:defRPr sz="900"/>
            </a:lvl8pPr>
            <a:lvl9pPr marL="4114800" lvl="8" indent="-228600" algn="l">
              <a:spcBef>
                <a:spcPts val="180"/>
              </a:spcBef>
              <a:spcAft>
                <a:spcPts val="0"/>
              </a:spcAft>
              <a:buClr>
                <a:schemeClr val="lt1"/>
              </a:buClr>
              <a:buSzPts val="900"/>
              <a:buFont typeface="Arial" panose="020B0604020202020204"/>
              <a:buNone/>
              <a:defRPr sz="9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Заголовок и вертикальный текст">
  <p:cSld name="VERTICAL_TEXT">
    <p:spTree>
      <p:nvGrpSpPr>
        <p:cNvPr id="38" name="Shape 38"/>
        <p:cNvGrpSpPr/>
        <p:nvPr/>
      </p:nvGrpSpPr>
      <p:grpSpPr>
        <a:xfrm>
          <a:off x="0" y="0"/>
          <a:ext cx="0" cy="0"/>
          <a:chOff x="0" y="0"/>
          <a:chExt cx="0" cy="0"/>
        </a:xfrm>
      </p:grpSpPr>
      <p:sp>
        <p:nvSpPr>
          <p:cNvPr id="39" name="Google Shape;39;p11"/>
          <p:cNvSpPr txBox="1"/>
          <p:nvPr>
            <p:ph type="title"/>
          </p:nvPr>
        </p:nvSpPr>
        <p:spPr>
          <a:xfrm>
            <a:off x="1619250" y="195263"/>
            <a:ext cx="6408600" cy="381000"/>
          </a:xfrm>
          <a:prstGeom prst="rect">
            <a:avLst/>
          </a:prstGeom>
          <a:noFill/>
          <a:ln>
            <a:noFill/>
          </a:ln>
          <a:effectLst>
            <a:outerShdw dist="17961" dir="2700000" algn="ctr" rotWithShape="0">
              <a:schemeClr val="lt1"/>
            </a:outerShdw>
          </a:effectLst>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11"/>
          <p:cNvSpPr txBox="1"/>
          <p:nvPr>
            <p:ph type="body" idx="1"/>
          </p:nvPr>
        </p:nvSpPr>
        <p:spPr>
          <a:xfrm rot="5400000">
            <a:off x="3077813" y="-560869"/>
            <a:ext cx="3564600" cy="64818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lt1"/>
              </a:buClr>
              <a:buSzPts val="1800"/>
              <a:buChar char="•"/>
              <a:defRPr/>
            </a:lvl1pPr>
            <a:lvl2pPr marL="914400" lvl="1" indent="-342900" algn="l">
              <a:spcBef>
                <a:spcPts val="360"/>
              </a:spcBef>
              <a:spcAft>
                <a:spcPts val="0"/>
              </a:spcAft>
              <a:buClr>
                <a:schemeClr val="lt1"/>
              </a:buClr>
              <a:buSzPts val="1800"/>
              <a:buChar char="–"/>
              <a:defRPr/>
            </a:lvl2pPr>
            <a:lvl3pPr marL="1371600" lvl="2" indent="-342900" algn="l">
              <a:spcBef>
                <a:spcPts val="360"/>
              </a:spcBef>
              <a:spcAft>
                <a:spcPts val="0"/>
              </a:spcAft>
              <a:buClr>
                <a:schemeClr val="lt1"/>
              </a:buClr>
              <a:buSzPts val="1800"/>
              <a:buChar char="•"/>
              <a:defRPr/>
            </a:lvl3pPr>
            <a:lvl4pPr marL="1828800" lvl="3" indent="-342900" algn="l">
              <a:spcBef>
                <a:spcPts val="360"/>
              </a:spcBef>
              <a:spcAft>
                <a:spcPts val="0"/>
              </a:spcAft>
              <a:buClr>
                <a:schemeClr val="lt1"/>
              </a:buClr>
              <a:buSzPts val="1800"/>
              <a:buChar char="–"/>
              <a:defRPr/>
            </a:lvl4pPr>
            <a:lvl5pPr marL="2286000" lvl="4" indent="-342900" algn="l">
              <a:spcBef>
                <a:spcPts val="360"/>
              </a:spcBef>
              <a:spcAft>
                <a:spcPts val="0"/>
              </a:spcAft>
              <a:buClr>
                <a:schemeClr val="lt1"/>
              </a:buClr>
              <a:buSzPts val="180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Вертикальный заголовок и текст">
  <p:cSld name="VERTICAL_TITLE_AND_VERTICAL_TEXT">
    <p:spTree>
      <p:nvGrpSpPr>
        <p:cNvPr id="41" name="Shape 41"/>
        <p:cNvGrpSpPr/>
        <p:nvPr/>
      </p:nvGrpSpPr>
      <p:grpSpPr>
        <a:xfrm>
          <a:off x="0" y="0"/>
          <a:ext cx="0" cy="0"/>
          <a:chOff x="0" y="0"/>
          <a:chExt cx="0" cy="0"/>
        </a:xfrm>
      </p:grpSpPr>
      <p:sp>
        <p:nvSpPr>
          <p:cNvPr id="42" name="Google Shape;42;p12"/>
          <p:cNvSpPr txBox="1"/>
          <p:nvPr>
            <p:ph type="title"/>
          </p:nvPr>
        </p:nvSpPr>
        <p:spPr>
          <a:xfrm rot="5400000">
            <a:off x="5157863" y="1519313"/>
            <a:ext cx="4267200" cy="1619100"/>
          </a:xfrm>
          <a:prstGeom prst="rect">
            <a:avLst/>
          </a:prstGeom>
          <a:noFill/>
          <a:ln>
            <a:noFill/>
          </a:ln>
          <a:effectLst>
            <a:outerShdw dist="17961" dir="2700000" algn="ctr" rotWithShape="0">
              <a:schemeClr val="lt1"/>
            </a:outerShdw>
          </a:effectLst>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2"/>
          <p:cNvSpPr txBox="1"/>
          <p:nvPr>
            <p:ph type="body" idx="1"/>
          </p:nvPr>
        </p:nvSpPr>
        <p:spPr>
          <a:xfrm rot="5400000">
            <a:off x="1840763" y="-26137"/>
            <a:ext cx="4267200" cy="47100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lt1"/>
              </a:buClr>
              <a:buSzPts val="1800"/>
              <a:buChar char="•"/>
              <a:defRPr/>
            </a:lvl1pPr>
            <a:lvl2pPr marL="914400" lvl="1" indent="-342900" algn="l">
              <a:spcBef>
                <a:spcPts val="360"/>
              </a:spcBef>
              <a:spcAft>
                <a:spcPts val="0"/>
              </a:spcAft>
              <a:buClr>
                <a:schemeClr val="lt1"/>
              </a:buClr>
              <a:buSzPts val="1800"/>
              <a:buChar char="–"/>
              <a:defRPr/>
            </a:lvl2pPr>
            <a:lvl3pPr marL="1371600" lvl="2" indent="-342900" algn="l">
              <a:spcBef>
                <a:spcPts val="360"/>
              </a:spcBef>
              <a:spcAft>
                <a:spcPts val="0"/>
              </a:spcAft>
              <a:buClr>
                <a:schemeClr val="lt1"/>
              </a:buClr>
              <a:buSzPts val="1800"/>
              <a:buChar char="•"/>
              <a:defRPr/>
            </a:lvl3pPr>
            <a:lvl4pPr marL="1828800" lvl="3" indent="-342900" algn="l">
              <a:spcBef>
                <a:spcPts val="360"/>
              </a:spcBef>
              <a:spcAft>
                <a:spcPts val="0"/>
              </a:spcAft>
              <a:buClr>
                <a:schemeClr val="lt1"/>
              </a:buClr>
              <a:buSzPts val="1800"/>
              <a:buChar char="–"/>
              <a:defRPr/>
            </a:lvl4pPr>
            <a:lvl5pPr marL="2286000" lvl="4" indent="-342900" algn="l">
              <a:spcBef>
                <a:spcPts val="360"/>
              </a:spcBef>
              <a:spcAft>
                <a:spcPts val="0"/>
              </a:spcAft>
              <a:buClr>
                <a:schemeClr val="lt1"/>
              </a:buClr>
              <a:buSzPts val="1800"/>
              <a:buChar char="»"/>
              <a:defRPr/>
            </a:lvl5pPr>
            <a:lvl6pPr marL="2743200" lvl="5" indent="-342900" algn="l">
              <a:spcBef>
                <a:spcPts val="360"/>
              </a:spcBef>
              <a:spcAft>
                <a:spcPts val="0"/>
              </a:spcAft>
              <a:buClr>
                <a:schemeClr val="lt1"/>
              </a:buClr>
              <a:buSzPts val="1800"/>
              <a:buChar char="»"/>
              <a:defRPr/>
            </a:lvl6pPr>
            <a:lvl7pPr marL="3200400" lvl="6" indent="-342900" algn="l">
              <a:spcBef>
                <a:spcPts val="360"/>
              </a:spcBef>
              <a:spcAft>
                <a:spcPts val="0"/>
              </a:spcAft>
              <a:buClr>
                <a:schemeClr val="lt1"/>
              </a:buClr>
              <a:buSzPts val="1800"/>
              <a:buChar char="»"/>
              <a:defRPr/>
            </a:lvl7pPr>
            <a:lvl8pPr marL="3657600" lvl="7" indent="-342900" algn="l">
              <a:spcBef>
                <a:spcPts val="360"/>
              </a:spcBef>
              <a:spcAft>
                <a:spcPts val="0"/>
              </a:spcAft>
              <a:buClr>
                <a:schemeClr val="lt1"/>
              </a:buClr>
              <a:buSzPts val="1800"/>
              <a:buChar char="»"/>
              <a:defRPr/>
            </a:lvl8pPr>
            <a:lvl9pPr marL="4114800" lvl="8" indent="-342900" algn="l">
              <a:spcBef>
                <a:spcPts val="360"/>
              </a:spcBef>
              <a:spcAft>
                <a:spcPts val="0"/>
              </a:spcAft>
              <a:buClr>
                <a:schemeClr val="lt1"/>
              </a:buClr>
              <a:buSzPts val="18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2"/>
          <a:stretch>
            <a:fillRect/>
          </a:stretch>
        </a:blipFill>
        <a:effectLst/>
      </p:bgPr>
    </p:bg>
    <p:spTree>
      <p:nvGrpSpPr>
        <p:cNvPr id="5" name="Shape 5"/>
        <p:cNvGrpSpPr/>
        <p:nvPr/>
      </p:nvGrpSpPr>
      <p:grpSpPr>
        <a:xfrm>
          <a:off x="0" y="0"/>
          <a:ext cx="0" cy="0"/>
          <a:chOff x="0" y="0"/>
          <a:chExt cx="0" cy="0"/>
        </a:xfrm>
      </p:grpSpPr>
      <p:sp>
        <p:nvSpPr>
          <p:cNvPr id="6" name="Google Shape;6;p1"/>
          <p:cNvSpPr txBox="1"/>
          <p:nvPr>
            <p:ph type="title"/>
          </p:nvPr>
        </p:nvSpPr>
        <p:spPr>
          <a:xfrm>
            <a:off x="1619250" y="195263"/>
            <a:ext cx="6408600" cy="381000"/>
          </a:xfrm>
          <a:prstGeom prst="rect">
            <a:avLst/>
          </a:prstGeom>
          <a:noFill/>
          <a:ln>
            <a:noFill/>
          </a:ln>
          <a:effectLst>
            <a:outerShdw dist="17961" dir="2700000" algn="ctr" rotWithShape="0">
              <a:schemeClr val="lt1"/>
            </a:outerShdw>
          </a:effectLst>
        </p:spPr>
        <p:txBody>
          <a:bodyPr spcFirstLastPara="1" wrap="square" lIns="91425" tIns="45700" rIns="91425" bIns="45700" anchor="ctr" anchorCtr="0">
            <a:noAutofit/>
          </a:bodyPr>
          <a:lstStyle>
            <a:lvl1pPr marR="0" lvl="0" algn="l" rtl="0">
              <a:spcBef>
                <a:spcPts val="0"/>
              </a:spcBef>
              <a:spcAft>
                <a:spcPts val="0"/>
              </a:spcAft>
              <a:buSzPts val="1400"/>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400"/>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32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p:txBody>
      </p:sp>
      <p:sp>
        <p:nvSpPr>
          <p:cNvPr id="7" name="Google Shape;7;p1"/>
          <p:cNvSpPr txBox="1"/>
          <p:nvPr>
            <p:ph type="body" idx="1"/>
          </p:nvPr>
        </p:nvSpPr>
        <p:spPr>
          <a:xfrm>
            <a:off x="1619250" y="897731"/>
            <a:ext cx="6481800" cy="3564600"/>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lt1"/>
              </a:buClr>
              <a:buSzPts val="2800"/>
              <a:buFont typeface="Arial" panose="020B0604020202020204"/>
              <a:buChar char="•"/>
              <a:defRPr sz="2800" b="0" i="0" u="none" strike="noStrike" cap="none">
                <a:solidFill>
                  <a:schemeClr val="lt1"/>
                </a:solidFill>
                <a:latin typeface="Arial" panose="020B0604020202020204"/>
                <a:ea typeface="Arial" panose="020B0604020202020204"/>
                <a:cs typeface="Arial" panose="020B0604020202020204"/>
                <a:sym typeface="Arial" panose="020B0604020202020204"/>
              </a:defRPr>
            </a:lvl1pPr>
            <a:lvl2pPr marL="914400" marR="0" lvl="1" indent="-381000" algn="l" rtl="0">
              <a:spcBef>
                <a:spcPts val="480"/>
              </a:spcBef>
              <a:spcAft>
                <a:spcPts val="0"/>
              </a:spcAft>
              <a:buClr>
                <a:schemeClr val="lt1"/>
              </a:buClr>
              <a:buSzPts val="2400"/>
              <a:buFont typeface="Arial" panose="020B0604020202020204"/>
              <a:buChar char="–"/>
              <a:defRPr sz="2400" b="1" i="0" u="none" strike="noStrike" cap="none">
                <a:solidFill>
                  <a:schemeClr val="lt1"/>
                </a:solidFill>
                <a:latin typeface="Arial" panose="020B0604020202020204"/>
                <a:ea typeface="Arial" panose="020B0604020202020204"/>
                <a:cs typeface="Arial" panose="020B0604020202020204"/>
                <a:sym typeface="Arial" panose="020B0604020202020204"/>
              </a:defRPr>
            </a:lvl2pPr>
            <a:lvl3pPr marL="1371600" marR="0" lvl="2" indent="-381000" algn="l" rtl="0">
              <a:spcBef>
                <a:spcPts val="480"/>
              </a:spcBef>
              <a:spcAft>
                <a:spcPts val="0"/>
              </a:spcAft>
              <a:buClr>
                <a:schemeClr val="lt1"/>
              </a:buClr>
              <a:buSzPts val="2400"/>
              <a:buFont typeface="Arial" panose="020B0604020202020204"/>
              <a:buChar char="•"/>
              <a:defRPr sz="2400" b="0" i="0" u="none" strike="noStrike" cap="none">
                <a:solidFill>
                  <a:schemeClr val="lt1"/>
                </a:solidFill>
                <a:latin typeface="Arial" panose="020B0604020202020204"/>
                <a:ea typeface="Arial" panose="020B0604020202020204"/>
                <a:cs typeface="Arial" panose="020B0604020202020204"/>
                <a:sym typeface="Arial" panose="020B0604020202020204"/>
              </a:defRPr>
            </a:lvl3pPr>
            <a:lvl4pPr marL="1828800" marR="0" lvl="3" indent="-355600" algn="l" rtl="0">
              <a:spcBef>
                <a:spcPts val="400"/>
              </a:spcBef>
              <a:spcAft>
                <a:spcPts val="0"/>
              </a:spcAft>
              <a:buClr>
                <a:schemeClr val="lt1"/>
              </a:buClr>
              <a:buSzPts val="2000"/>
              <a:buFont typeface="Arial" panose="020B0604020202020204"/>
              <a:buChar char="–"/>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4pPr>
            <a:lvl5pPr marL="2286000" marR="0" lvl="4" indent="-355600" algn="l" rtl="0">
              <a:spcBef>
                <a:spcPts val="400"/>
              </a:spcBef>
              <a:spcAft>
                <a:spcPts val="0"/>
              </a:spcAft>
              <a:buClr>
                <a:schemeClr val="lt1"/>
              </a:buClr>
              <a:buSzPts val="2000"/>
              <a:buFont typeface="Arial" panose="020B0604020202020204"/>
              <a:buChar char="»"/>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5pPr>
            <a:lvl6pPr marL="2743200" marR="0" lvl="5" indent="-355600" algn="l" rtl="0">
              <a:spcBef>
                <a:spcPts val="400"/>
              </a:spcBef>
              <a:spcAft>
                <a:spcPts val="0"/>
              </a:spcAft>
              <a:buClr>
                <a:schemeClr val="lt1"/>
              </a:buClr>
              <a:buSzPts val="2000"/>
              <a:buFont typeface="Arial" panose="020B0604020202020204"/>
              <a:buChar char="»"/>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6pPr>
            <a:lvl7pPr marL="3200400" marR="0" lvl="6" indent="-355600" algn="l" rtl="0">
              <a:spcBef>
                <a:spcPts val="400"/>
              </a:spcBef>
              <a:spcAft>
                <a:spcPts val="0"/>
              </a:spcAft>
              <a:buClr>
                <a:schemeClr val="lt1"/>
              </a:buClr>
              <a:buSzPts val="2000"/>
              <a:buFont typeface="Arial" panose="020B0604020202020204"/>
              <a:buChar char="»"/>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7pPr>
            <a:lvl8pPr marL="3657600" marR="0" lvl="7" indent="-355600" algn="l" rtl="0">
              <a:spcBef>
                <a:spcPts val="400"/>
              </a:spcBef>
              <a:spcAft>
                <a:spcPts val="0"/>
              </a:spcAft>
              <a:buClr>
                <a:schemeClr val="lt1"/>
              </a:buClr>
              <a:buSzPts val="2000"/>
              <a:buFont typeface="Arial" panose="020B0604020202020204"/>
              <a:buChar char="»"/>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8pPr>
            <a:lvl9pPr marL="4114800" marR="0" lvl="8" indent="-355600" algn="l" rtl="0">
              <a:spcBef>
                <a:spcPts val="400"/>
              </a:spcBef>
              <a:spcAft>
                <a:spcPts val="0"/>
              </a:spcAft>
              <a:buClr>
                <a:schemeClr val="lt1"/>
              </a:buClr>
              <a:buSzPts val="2000"/>
              <a:buFont typeface="Arial" panose="020B0604020202020204"/>
              <a:buChar char="»"/>
              <a:defRPr sz="2000" b="0" i="0" u="none" strike="noStrike" cap="none">
                <a:solidFill>
                  <a:schemeClr val="lt1"/>
                </a:solidFill>
                <a:latin typeface="Arial" panose="020B0604020202020204"/>
                <a:ea typeface="Arial" panose="020B0604020202020204"/>
                <a:cs typeface="Arial" panose="020B0604020202020204"/>
                <a:sym typeface="Arial" panose="020B0604020202020204"/>
              </a:defRPr>
            </a:lvl9pPr>
          </a:lstStyle>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9.xml"/><Relationship Id="rId2" Type="http://schemas.openxmlformats.org/officeDocument/2006/relationships/image" Target="../media/image4.png"/><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9.xml"/><Relationship Id="rId2" Type="http://schemas.openxmlformats.org/officeDocument/2006/relationships/image" Target="../media/image5.jpeg"/><Relationship Id="rId1" Type="http://schemas.openxmlformats.org/officeDocument/2006/relationships/image" Target="../media/image3.jpe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9.xml"/><Relationship Id="rId2" Type="http://schemas.openxmlformats.org/officeDocument/2006/relationships/image" Target="../media/image6.png"/><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9.xml"/><Relationship Id="rId2" Type="http://schemas.openxmlformats.org/officeDocument/2006/relationships/image" Target="../media/image7.png"/><Relationship Id="rId1" Type="http://schemas.openxmlformats.org/officeDocument/2006/relationships/image" Target="../media/image3.jpe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image" Target="../media/image3.jpe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1.xml"/><Relationship Id="rId1" Type="http://schemas.openxmlformats.org/officeDocument/2006/relationships/image" Target="../media/image3.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47" name="Shape 47"/>
        <p:cNvGrpSpPr/>
        <p:nvPr/>
      </p:nvGrpSpPr>
      <p:grpSpPr>
        <a:xfrm>
          <a:off x="0" y="0"/>
          <a:ext cx="0" cy="0"/>
          <a:chOff x="0" y="0"/>
          <a:chExt cx="0" cy="0"/>
        </a:xfrm>
      </p:grpSpPr>
      <p:sp>
        <p:nvSpPr>
          <p:cNvPr id="48" name="Google Shape;48;p13"/>
          <p:cNvSpPr txBox="1"/>
          <p:nvPr>
            <p:ph type="ctrTitle"/>
          </p:nvPr>
        </p:nvSpPr>
        <p:spPr>
          <a:xfrm>
            <a:off x="311785" y="208280"/>
            <a:ext cx="8498205" cy="1847215"/>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IN" sz="3800" b="0" dirty="0">
                <a:effectLst>
                  <a:outerShdw blurRad="50800" dist="38100" dir="5400000" algn="t" rotWithShape="0">
                    <a:prstClr val="black">
                      <a:alpha val="40000"/>
                    </a:prstClr>
                  </a:outerShdw>
                </a:effectLst>
                <a:latin typeface="Algerian" panose="04020705040A02060702" charset="0"/>
                <a:ea typeface="Helmet" pitchFamily="50" charset="-128"/>
                <a:cs typeface="Algerian" panose="04020705040A02060702" charset="0"/>
                <a:sym typeface="+mn-ea"/>
              </a:rPr>
              <a:t>HOSPITAL </a:t>
            </a:r>
            <a:r>
              <a:rPr lang="en-IN" sz="3800" b="0" dirty="0">
                <a:effectLst>
                  <a:outerShdw blurRad="50800" dist="38100" dir="5400000" algn="t" rotWithShape="0">
                    <a:prstClr val="black">
                      <a:alpha val="40000"/>
                    </a:prstClr>
                  </a:outerShdw>
                </a:effectLst>
                <a:latin typeface="Algerian" panose="04020705040A02060702" charset="0"/>
                <a:ea typeface="Helmet" pitchFamily="50" charset="-128"/>
                <a:cs typeface="Algerian" panose="04020705040A02060702" charset="0"/>
                <a:sym typeface="+mn-ea"/>
              </a:rPr>
              <a:t>Management System​</a:t>
            </a:r>
            <a:r>
              <a:rPr lang="en-US" altLang="en-IN" sz="3800" b="0" dirty="0">
                <a:effectLst>
                  <a:outerShdw blurRad="50800" dist="38100" dir="5400000" algn="t" rotWithShape="0">
                    <a:prstClr val="black">
                      <a:alpha val="40000"/>
                    </a:prstClr>
                  </a:outerShdw>
                </a:effectLst>
                <a:latin typeface="Algerian" panose="04020705040A02060702" charset="0"/>
                <a:ea typeface="Helmet" pitchFamily="50" charset="-128"/>
                <a:cs typeface="Algerian" panose="04020705040A02060702" charset="0"/>
                <a:sym typeface="+mn-ea"/>
              </a:rPr>
              <a:t> USING MERN STACK</a:t>
            </a:r>
            <a:endParaRPr lang="en-US" altLang="en-IN" sz="3800" b="0" dirty="0">
              <a:effectLst>
                <a:outerShdw blurRad="50800" dist="38100" dir="5400000" algn="t" rotWithShape="0">
                  <a:prstClr val="black">
                    <a:alpha val="40000"/>
                  </a:prstClr>
                </a:outerShdw>
              </a:effectLst>
              <a:latin typeface="Algerian" panose="04020705040A02060702" charset="0"/>
              <a:ea typeface="Helmet" pitchFamily="50" charset="-128"/>
              <a:cs typeface="Algerian" panose="04020705040A02060702" charset="0"/>
              <a:sym typeface="+mn-ea"/>
            </a:endParaRPr>
          </a:p>
        </p:txBody>
      </p:sp>
      <p:sp>
        <p:nvSpPr>
          <p:cNvPr id="49" name="Google Shape;49;p13"/>
          <p:cNvSpPr txBox="1"/>
          <p:nvPr>
            <p:ph type="subTitle" idx="1"/>
          </p:nvPr>
        </p:nvSpPr>
        <p:spPr>
          <a:xfrm>
            <a:off x="547370" y="2571750"/>
            <a:ext cx="5654675" cy="2313305"/>
          </a:xfrm>
          <a:prstGeom prst="rect">
            <a:avLst/>
          </a:prstGeom>
        </p:spPr>
        <p:txBody>
          <a:bodyPr spcFirstLastPara="1" wrap="square" lIns="91425" tIns="45700" rIns="91425" bIns="45700" anchor="t" anchorCtr="0">
            <a:noAutofit/>
          </a:bodyPr>
          <a:lstStyle/>
          <a:p>
            <a:pPr marL="457200" lvl="0" indent="0" algn="l" rtl="0">
              <a:spcBef>
                <a:spcPts val="400"/>
              </a:spcBef>
              <a:spcAft>
                <a:spcPts val="0"/>
              </a:spcAft>
              <a:buNone/>
            </a:pPr>
            <a:r>
              <a:rPr lang="en-US" altLang="en-GB" sz="2800" b="0">
                <a:latin typeface="Comic Sans MS" panose="030F0702030302020204" charset="0"/>
                <a:ea typeface="Merriweather" panose="00000500000000000000"/>
                <a:cs typeface="Comic Sans MS" panose="030F0702030302020204" charset="0"/>
                <a:sym typeface="Merriweather" panose="00000500000000000000"/>
              </a:rPr>
              <a:t>Name: </a:t>
            </a:r>
            <a:r>
              <a:rPr lang="en-GB" sz="2800" b="0">
                <a:latin typeface="Comic Sans MS" panose="030F0702030302020204" charset="0"/>
                <a:ea typeface="Merriweather" panose="00000500000000000000"/>
                <a:cs typeface="Comic Sans MS" panose="030F0702030302020204" charset="0"/>
                <a:sym typeface="Merriweather" panose="00000500000000000000"/>
              </a:rPr>
              <a:t>B Sahithya </a:t>
            </a:r>
            <a:endParaRPr lang="en-GB" sz="2800" b="0">
              <a:latin typeface="Comic Sans MS" panose="030F0702030302020204" charset="0"/>
              <a:ea typeface="Merriweather" panose="00000500000000000000"/>
              <a:cs typeface="Comic Sans MS" panose="030F0702030302020204" charset="0"/>
              <a:sym typeface="Merriweather" panose="00000500000000000000"/>
            </a:endParaRPr>
          </a:p>
          <a:p>
            <a:pPr marL="457200" lvl="0" indent="0" algn="l" rtl="0">
              <a:spcBef>
                <a:spcPts val="400"/>
              </a:spcBef>
              <a:spcAft>
                <a:spcPts val="0"/>
              </a:spcAft>
              <a:buNone/>
            </a:pPr>
            <a:r>
              <a:rPr lang="en-US" altLang="en-GB" sz="2800" b="0">
                <a:latin typeface="Comic Sans MS" panose="030F0702030302020204" charset="0"/>
                <a:ea typeface="Merriweather" panose="00000500000000000000"/>
                <a:cs typeface="Comic Sans MS" panose="030F0702030302020204" charset="0"/>
                <a:sym typeface="Merriweather" panose="00000500000000000000"/>
              </a:rPr>
              <a:t>Reg No: </a:t>
            </a:r>
            <a:r>
              <a:rPr lang="en-GB" sz="2800" b="0">
                <a:latin typeface="Comic Sans MS" panose="030F0702030302020204" charset="0"/>
                <a:ea typeface="Cambria Math" panose="02040503050406030204"/>
                <a:cs typeface="Comic Sans MS" panose="030F0702030302020204" charset="0"/>
                <a:sym typeface="Cambria Math" panose="02040503050406030204"/>
              </a:rPr>
              <a:t>20MIC0007</a:t>
            </a:r>
            <a:endParaRPr sz="2800">
              <a:latin typeface="Comic Sans MS" panose="030F0702030302020204" charset="0"/>
              <a:ea typeface="Cambria Math" panose="02040503050406030204"/>
              <a:cs typeface="Comic Sans MS" panose="030F0702030302020204" charset="0"/>
              <a:sym typeface="Cambria Math" panose="02040503050406030204"/>
            </a:endParaRPr>
          </a:p>
          <a:p>
            <a:pPr marL="457200" lvl="0" indent="0" algn="l" rtl="0">
              <a:spcBef>
                <a:spcPts val="400"/>
              </a:spcBef>
              <a:spcAft>
                <a:spcPts val="0"/>
              </a:spcAft>
              <a:buNone/>
            </a:pPr>
            <a:endParaRPr sz="2800">
              <a:latin typeface="Comic Sans MS" panose="030F0702030302020204" charset="0"/>
              <a:ea typeface="Cambria Math" panose="02040503050406030204"/>
              <a:cs typeface="Comic Sans MS" panose="030F0702030302020204" charset="0"/>
              <a:sym typeface="Cambria Math" panose="02040503050406030204"/>
            </a:endParaRPr>
          </a:p>
        </p:txBody>
      </p:sp>
      <p:sp>
        <p:nvSpPr>
          <p:cNvPr id="2" name="Text Box 1"/>
          <p:cNvSpPr txBox="1"/>
          <p:nvPr/>
        </p:nvSpPr>
        <p:spPr>
          <a:xfrm>
            <a:off x="7019290" y="4578350"/>
            <a:ext cx="1791335" cy="306705"/>
          </a:xfrm>
          <a:prstGeom prst="rect">
            <a:avLst/>
          </a:prstGeom>
          <a:noFill/>
        </p:spPr>
        <p:txBody>
          <a:bodyPr wrap="square" rtlCol="0">
            <a:spAutoFit/>
          </a:bodyPr>
          <a:p>
            <a:r>
              <a:rPr lang="en-US">
                <a:solidFill>
                  <a:schemeClr val="bg1"/>
                </a:solidFill>
                <a:latin typeface="Comic Sans MS" panose="030F0702030302020204" charset="0"/>
                <a:cs typeface="Comic Sans MS" panose="030F0702030302020204" charset="0"/>
              </a:rPr>
              <a:t>Date: 16/04/2025</a:t>
            </a:r>
            <a:endParaRPr lang="en-US">
              <a:solidFill>
                <a:schemeClr val="bg1"/>
              </a:solidFill>
              <a:latin typeface="Comic Sans MS" panose="030F0702030302020204" charset="0"/>
              <a:cs typeface="Comic Sans MS" panose="030F070203030202020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156845" y="212090"/>
            <a:ext cx="8752205" cy="63754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GB" sz="3400" u="sng">
                <a:latin typeface="Algerian" panose="04020705040A02060702"/>
                <a:ea typeface="Algerian" panose="04020705040A02060702"/>
                <a:cs typeface="Algerian" panose="04020705040A02060702"/>
                <a:sym typeface="Algerian" panose="04020705040A02060702"/>
              </a:rPr>
              <a:t>Overview </a:t>
            </a:r>
            <a:endParaRPr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156210" y="1127125"/>
            <a:ext cx="4091305" cy="3324225"/>
          </a:xfrm>
          <a:prstGeom prst="rect">
            <a:avLst/>
          </a:prstGeom>
        </p:spPr>
        <p:txBody>
          <a:bodyPr spcFirstLastPara="1" wrap="square" lIns="91425" tIns="45700" rIns="91425" bIns="45700" anchor="t" anchorCtr="0">
            <a:noAutofit/>
          </a:bodyPr>
          <a:lstStyle/>
          <a:p>
            <a:pPr lvl="0" algn="l" rtl="0">
              <a:lnSpc>
                <a:spcPct val="150000"/>
              </a:lnSpc>
              <a:spcBef>
                <a:spcPts val="360"/>
              </a:spcBef>
              <a:spcAft>
                <a:spcPts val="0"/>
              </a:spcAft>
              <a:buSzPts val="1800"/>
              <a:buFont typeface="Wingdings" panose="05000000000000000000" charset="0"/>
              <a:buChar char="q"/>
            </a:pPr>
            <a:r>
              <a:rPr lang="en-GB" sz="2000">
                <a:latin typeface="Comic Sans MS" panose="030F0702030302020204" charset="0"/>
                <a:cs typeface="Comic Sans MS" panose="030F0702030302020204" charset="0"/>
              </a:rPr>
              <a:t>Introduction</a:t>
            </a:r>
            <a:endParaRPr lang="en-GB" sz="20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GB" sz="2000">
                <a:latin typeface="Comic Sans MS" panose="030F0702030302020204" charset="0"/>
                <a:cs typeface="Comic Sans MS" panose="030F0702030302020204" charset="0"/>
              </a:rPr>
              <a:t>Gaps identified</a:t>
            </a:r>
            <a:endParaRPr lang="en-US" altLang="en-GB" sz="20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GB" sz="2000">
                <a:latin typeface="Comic Sans MS" panose="030F0702030302020204" charset="0"/>
                <a:cs typeface="Comic Sans MS" panose="030F0702030302020204" charset="0"/>
              </a:rPr>
              <a:t>Objectives</a:t>
            </a:r>
            <a:r>
              <a:rPr lang="en-GB" sz="2000">
                <a:latin typeface="Comic Sans MS" panose="030F0702030302020204" charset="0"/>
                <a:cs typeface="Comic Sans MS" panose="030F0702030302020204" charset="0"/>
              </a:rPr>
              <a:t> </a:t>
            </a:r>
            <a:endParaRPr lang="en-GB" sz="20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GB" sz="2000">
                <a:latin typeface="Comic Sans MS" panose="030F0702030302020204" charset="0"/>
                <a:cs typeface="Comic Sans MS" panose="030F0702030302020204" charset="0"/>
              </a:rPr>
              <a:t>Problem Statement</a:t>
            </a:r>
            <a:endParaRPr lang="en-US" altLang="en-GB" sz="20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GB" sz="2000">
                <a:latin typeface="Comic Sans MS" panose="030F0702030302020204" charset="0"/>
                <a:cs typeface="Comic Sans MS" panose="030F0702030302020204" charset="0"/>
              </a:rPr>
              <a:t>Hardware Requirements</a:t>
            </a:r>
            <a:endParaRPr lang="en-US" altLang="en-GB" sz="20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GB" sz="2000">
                <a:latin typeface="Comic Sans MS" panose="030F0702030302020204" charset="0"/>
                <a:cs typeface="Comic Sans MS" panose="030F0702030302020204" charset="0"/>
              </a:rPr>
              <a:t>Software Requirements</a:t>
            </a:r>
            <a:endParaRPr lang="en-US" altLang="en-GB" sz="2000">
              <a:latin typeface="Comic Sans MS" panose="030F0702030302020204" charset="0"/>
              <a:cs typeface="Comic Sans MS" panose="030F0702030302020204" charset="0"/>
            </a:endParaRPr>
          </a:p>
        </p:txBody>
      </p:sp>
      <p:sp>
        <p:nvSpPr>
          <p:cNvPr id="2" name="Text Box 1"/>
          <p:cNvSpPr txBox="1"/>
          <p:nvPr/>
        </p:nvSpPr>
        <p:spPr>
          <a:xfrm>
            <a:off x="4572635" y="1104900"/>
            <a:ext cx="4336415" cy="3347085"/>
          </a:xfrm>
          <a:prstGeom prst="rect">
            <a:avLst/>
          </a:prstGeom>
          <a:noFill/>
        </p:spPr>
        <p:txBody>
          <a:bodyPr wrap="square" rtlCol="0">
            <a:noAutofit/>
          </a:bodyPr>
          <a:p>
            <a:pPr marL="342900" lvl="0" indent="-342900" algn="l" rtl="0">
              <a:lnSpc>
                <a:spcPct val="150000"/>
              </a:lnSpc>
              <a:spcBef>
                <a:spcPts val="360"/>
              </a:spcBef>
              <a:spcAft>
                <a:spcPts val="0"/>
              </a:spcAft>
              <a:buClr>
                <a:srgbClr val="FFFFFF"/>
              </a:buClr>
              <a:buSzPts val="1800"/>
              <a:buFont typeface="Wingdings" panose="05000000000000000000" charset="0"/>
              <a:buChar char="q"/>
            </a:pPr>
            <a:r>
              <a:rPr lang="en-US" altLang="en-GB" sz="2000">
                <a:solidFill>
                  <a:schemeClr val="bg1"/>
                </a:solidFill>
                <a:latin typeface="Comic Sans MS" panose="030F0702030302020204" charset="0"/>
                <a:cs typeface="Comic Sans MS" panose="030F0702030302020204" charset="0"/>
                <a:sym typeface="+mn-ea"/>
              </a:rPr>
              <a:t>Proposed Architecture</a:t>
            </a:r>
            <a:endParaRPr lang="en-US" altLang="en-GB" sz="2000">
              <a:solidFill>
                <a:schemeClr val="bg1"/>
              </a:solidFill>
              <a:latin typeface="Comic Sans MS" panose="030F0702030302020204" charset="0"/>
              <a:cs typeface="Comic Sans MS" panose="030F0702030302020204" charset="0"/>
              <a:sym typeface="+mn-ea"/>
            </a:endParaRPr>
          </a:p>
          <a:p>
            <a:pPr marL="342900" lvl="0" indent="-342900" algn="l" rtl="0">
              <a:lnSpc>
                <a:spcPct val="150000"/>
              </a:lnSpc>
              <a:spcBef>
                <a:spcPts val="360"/>
              </a:spcBef>
              <a:spcAft>
                <a:spcPts val="0"/>
              </a:spcAft>
              <a:buClr>
                <a:srgbClr val="FFFFFF"/>
              </a:buClr>
              <a:buSzPts val="1800"/>
              <a:buFont typeface="Wingdings" panose="05000000000000000000" charset="0"/>
              <a:buChar char="q"/>
            </a:pPr>
            <a:r>
              <a:rPr lang="en-US" altLang="en-GB" sz="2000">
                <a:solidFill>
                  <a:schemeClr val="bg1"/>
                </a:solidFill>
                <a:latin typeface="Comic Sans MS" panose="030F0702030302020204" charset="0"/>
                <a:cs typeface="Comic Sans MS" panose="030F0702030302020204" charset="0"/>
                <a:sym typeface="+mn-ea"/>
              </a:rPr>
              <a:t>Methodology Adapted</a:t>
            </a:r>
            <a:endParaRPr lang="en-US" altLang="en-GB" sz="2000">
              <a:solidFill>
                <a:schemeClr val="bg1"/>
              </a:solidFill>
              <a:latin typeface="Comic Sans MS" panose="030F0702030302020204" charset="0"/>
              <a:cs typeface="Comic Sans MS" panose="030F0702030302020204" charset="0"/>
              <a:sym typeface="+mn-ea"/>
            </a:endParaRPr>
          </a:p>
          <a:p>
            <a:pPr marL="342900" lvl="0" indent="-342900" algn="l" rtl="0">
              <a:lnSpc>
                <a:spcPct val="150000"/>
              </a:lnSpc>
              <a:spcBef>
                <a:spcPts val="360"/>
              </a:spcBef>
              <a:spcAft>
                <a:spcPts val="0"/>
              </a:spcAft>
              <a:buClr>
                <a:srgbClr val="FFFFFF"/>
              </a:buClr>
              <a:buSzPts val="1800"/>
              <a:buFont typeface="Wingdings" panose="05000000000000000000" charset="0"/>
              <a:buChar char="q"/>
            </a:pPr>
            <a:r>
              <a:rPr lang="en-US" altLang="en-GB" sz="2000">
                <a:solidFill>
                  <a:schemeClr val="bg1"/>
                </a:solidFill>
                <a:latin typeface="Comic Sans MS" panose="030F0702030302020204" charset="0"/>
                <a:cs typeface="Comic Sans MS" panose="030F0702030302020204" charset="0"/>
                <a:sym typeface="+mn-ea"/>
              </a:rPr>
              <a:t>Output Screenshots	</a:t>
            </a:r>
            <a:endParaRPr lang="en-US" altLang="en-GB" sz="2000">
              <a:solidFill>
                <a:schemeClr val="bg1"/>
              </a:solidFill>
              <a:latin typeface="Comic Sans MS" panose="030F0702030302020204" charset="0"/>
              <a:cs typeface="Comic Sans MS" panose="030F0702030302020204" charset="0"/>
              <a:sym typeface="+mn-ea"/>
            </a:endParaRPr>
          </a:p>
          <a:p>
            <a:pPr marL="342900" lvl="0" indent="-342900" algn="l" rtl="0">
              <a:lnSpc>
                <a:spcPct val="150000"/>
              </a:lnSpc>
              <a:spcBef>
                <a:spcPts val="360"/>
              </a:spcBef>
              <a:spcAft>
                <a:spcPts val="0"/>
              </a:spcAft>
              <a:buClr>
                <a:srgbClr val="FFFFFF"/>
              </a:buClr>
              <a:buSzPts val="1800"/>
              <a:buFont typeface="Wingdings" panose="05000000000000000000" charset="0"/>
              <a:buChar char="q"/>
            </a:pPr>
            <a:r>
              <a:rPr lang="en-US" altLang="en-GB" sz="2000">
                <a:solidFill>
                  <a:schemeClr val="bg1"/>
                </a:solidFill>
                <a:latin typeface="Comic Sans MS" panose="030F0702030302020204" charset="0"/>
                <a:cs typeface="Comic Sans MS" panose="030F0702030302020204" charset="0"/>
                <a:sym typeface="+mn-ea"/>
              </a:rPr>
              <a:t>Results and Discussion</a:t>
            </a:r>
            <a:endParaRPr lang="en-US" altLang="en-GB" sz="2000">
              <a:solidFill>
                <a:schemeClr val="bg1"/>
              </a:solidFill>
              <a:latin typeface="Comic Sans MS" panose="030F0702030302020204" charset="0"/>
              <a:cs typeface="Comic Sans MS" panose="030F0702030302020204" charset="0"/>
              <a:sym typeface="+mn-ea"/>
            </a:endParaRPr>
          </a:p>
          <a:p>
            <a:pPr marL="342900" lvl="0" indent="-342900" algn="l" rtl="0">
              <a:lnSpc>
                <a:spcPct val="150000"/>
              </a:lnSpc>
              <a:spcBef>
                <a:spcPts val="360"/>
              </a:spcBef>
              <a:spcAft>
                <a:spcPts val="0"/>
              </a:spcAft>
              <a:buClr>
                <a:srgbClr val="FFFFFF"/>
              </a:buClr>
              <a:buSzPts val="1800"/>
              <a:buFont typeface="Wingdings" panose="05000000000000000000" charset="0"/>
              <a:buChar char="q"/>
            </a:pPr>
            <a:r>
              <a:rPr lang="en-US" altLang="en-GB" sz="2000">
                <a:solidFill>
                  <a:schemeClr val="bg1"/>
                </a:solidFill>
                <a:latin typeface="Comic Sans MS" panose="030F0702030302020204" charset="0"/>
                <a:cs typeface="Comic Sans MS" panose="030F0702030302020204" charset="0"/>
                <a:sym typeface="+mn-ea"/>
              </a:rPr>
              <a:t>Conclusion and Future Work</a:t>
            </a:r>
            <a:endParaRPr lang="en-US" altLang="en-GB" sz="2000">
              <a:solidFill>
                <a:schemeClr val="bg1"/>
              </a:solidFill>
              <a:latin typeface="Comic Sans MS" panose="030F0702030302020204" charset="0"/>
              <a:cs typeface="Comic Sans MS" panose="030F0702030302020204" charset="0"/>
              <a:sym typeface="+mn-ea"/>
            </a:endParaRPr>
          </a:p>
          <a:p>
            <a:pPr marL="342900" lvl="0" indent="-342900" algn="l" rtl="0">
              <a:lnSpc>
                <a:spcPct val="150000"/>
              </a:lnSpc>
              <a:spcBef>
                <a:spcPts val="360"/>
              </a:spcBef>
              <a:spcAft>
                <a:spcPts val="0"/>
              </a:spcAft>
              <a:buClr>
                <a:srgbClr val="FFFFFF"/>
              </a:buClr>
              <a:buSzPts val="1800"/>
              <a:buFont typeface="Wingdings" panose="05000000000000000000" charset="0"/>
              <a:buChar char="q"/>
            </a:pPr>
            <a:r>
              <a:rPr lang="en-US" altLang="en-GB" sz="2000">
                <a:solidFill>
                  <a:schemeClr val="bg1"/>
                </a:solidFill>
                <a:latin typeface="Comic Sans MS" panose="030F0702030302020204" charset="0"/>
                <a:cs typeface="Comic Sans MS" panose="030F0702030302020204" charset="0"/>
                <a:sym typeface="+mn-ea"/>
              </a:rPr>
              <a:t>Reference Links</a:t>
            </a:r>
            <a:endParaRPr lang="en-US" altLang="en-GB" sz="2000">
              <a:solidFill>
                <a:schemeClr val="bg1"/>
              </a:solidFill>
              <a:latin typeface="Comic Sans MS" panose="030F0702030302020204" charset="0"/>
              <a:cs typeface="Comic Sans MS" panose="030F0702030302020204" charset="0"/>
            </a:endParaRPr>
          </a:p>
          <a:p>
            <a:pPr marL="0" indent="0">
              <a:buClr>
                <a:srgbClr val="FFFFFF"/>
              </a:buClr>
              <a:buFont typeface="Wingdings" panose="05000000000000000000" charset="0"/>
              <a:buChar char="q"/>
            </a:pPr>
            <a:endParaRPr lang="en-US" altLang="en-GB" sz="2000">
              <a:solidFill>
                <a:schemeClr val="bg1"/>
              </a:solidFill>
              <a:latin typeface="Comic Sans MS" panose="030F0702030302020204" charset="0"/>
              <a:cs typeface="Comic Sans MS" panose="030F070203030202020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483870" y="212090"/>
            <a:ext cx="8430260" cy="63754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introduction</a:t>
            </a:r>
            <a:r>
              <a:rPr lang="en-GB" sz="3400" u="sng">
                <a:latin typeface="Algerian" panose="04020705040A02060702"/>
                <a:ea typeface="Algerian" panose="04020705040A02060702"/>
                <a:cs typeface="Algerian" panose="04020705040A02060702"/>
                <a:sym typeface="Algerian" panose="04020705040A02060702"/>
              </a:rPr>
              <a:t> </a:t>
            </a:r>
            <a:endParaRPr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484505" y="1185545"/>
            <a:ext cx="8428990" cy="3756025"/>
          </a:xfrm>
          <a:prstGeom prst="rect">
            <a:avLst/>
          </a:prstGeom>
        </p:spPr>
        <p:txBody>
          <a:bodyPr spcFirstLastPara="1" wrap="square" lIns="91425" tIns="45700" rIns="91425" bIns="45700" anchor="t" anchorCtr="0">
            <a:noAutofit/>
          </a:bodyPr>
          <a:lstStyle/>
          <a:p>
            <a:pPr marL="285750" indent="-285750" algn="just">
              <a:lnSpc>
                <a:spcPct val="150000"/>
              </a:lnSpc>
              <a:buFont typeface="Wingdings" panose="05000000000000000000" charset="0"/>
              <a:buChar char="q"/>
            </a:pPr>
            <a:r>
              <a:rPr lang="en-US" sz="1800" dirty="0">
                <a:latin typeface="Comic Sans MS" panose="030F0702030302020204" charset="0"/>
                <a:ea typeface="Open Sans" panose="020B0606030504020204" pitchFamily="34" charset="0"/>
                <a:cs typeface="Open Sans" panose="020B0606030504020204" pitchFamily="34" charset="0"/>
                <a:sym typeface="+mn-ea"/>
              </a:rPr>
              <a:t>A Hospital Management System (HMS) is a comprehensive software solution designed to streamline and automate various administrative, clinical, and financial processes within a healthcare facility.</a:t>
            </a:r>
            <a:endParaRPr lang="en-US" sz="1800" dirty="0">
              <a:latin typeface="Comic Sans MS" panose="030F0702030302020204" charset="0"/>
              <a:ea typeface="Open Sans" panose="020B0606030504020204" pitchFamily="34" charset="0"/>
              <a:cs typeface="Open Sans" panose="020B0606030504020204" pitchFamily="34" charset="0"/>
            </a:endParaRPr>
          </a:p>
          <a:p>
            <a:pPr marL="285750" indent="-285750" algn="just">
              <a:lnSpc>
                <a:spcPct val="150000"/>
              </a:lnSpc>
              <a:buFont typeface="Wingdings" panose="05000000000000000000" charset="0"/>
              <a:buChar char="q"/>
            </a:pPr>
            <a:r>
              <a:rPr lang="en-GB" sz="1800">
                <a:latin typeface="Comic Sans MS" panose="030F0702030302020204" charset="0"/>
                <a:cs typeface="Comic Sans MS" panose="030F0702030302020204" charset="0"/>
              </a:rPr>
              <a:t>It incorporates a number of healthcare administration functions, such as prescription management, medical inventory management, doctor scheduling, and patient visits. </a:t>
            </a:r>
            <a:endParaRPr lang="en-GB" sz="1800">
              <a:latin typeface="Comic Sans MS" panose="030F0702030302020204" charset="0"/>
              <a:cs typeface="Comic Sans MS" panose="030F0702030302020204" charset="0"/>
            </a:endParaRPr>
          </a:p>
          <a:p>
            <a:pPr marL="285750" indent="-285750" algn="just">
              <a:lnSpc>
                <a:spcPct val="150000"/>
              </a:lnSpc>
              <a:buFont typeface="Wingdings" panose="05000000000000000000" charset="0"/>
              <a:buChar char="q"/>
            </a:pPr>
            <a:r>
              <a:rPr lang="en-GB" sz="1800">
                <a:latin typeface="Comic Sans MS" panose="030F0702030302020204" charset="0"/>
                <a:cs typeface="Comic Sans MS" panose="030F0702030302020204" charset="0"/>
              </a:rPr>
              <a:t>By digitizing and automating administrative and clinical tasks, an HMS improves the efficiency, accuracy, and quality of healthcare services.</a:t>
            </a:r>
            <a:endParaRPr lang="en-GB" sz="1800">
              <a:latin typeface="Comic Sans MS" panose="030F0702030302020204" charset="0"/>
              <a:cs typeface="Comic Sans MS" panose="030F070203030202020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485140" y="212090"/>
            <a:ext cx="8428990" cy="63754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introduction...</a:t>
            </a:r>
            <a:r>
              <a:rPr lang="en-GB" sz="3400" u="sng">
                <a:latin typeface="Algerian" panose="04020705040A02060702"/>
                <a:ea typeface="Algerian" panose="04020705040A02060702"/>
                <a:cs typeface="Algerian" panose="04020705040A02060702"/>
                <a:sym typeface="Algerian" panose="04020705040A02060702"/>
              </a:rPr>
              <a:t> </a:t>
            </a:r>
            <a:endParaRPr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484505" y="1149350"/>
            <a:ext cx="8428990" cy="3813175"/>
          </a:xfrm>
          <a:prstGeom prst="rect">
            <a:avLst/>
          </a:prstGeom>
        </p:spPr>
        <p:txBody>
          <a:bodyPr spcFirstLastPara="1" wrap="square" lIns="91425" tIns="45700" rIns="91425" bIns="45700" anchor="t" anchorCtr="0">
            <a:noAutofit/>
          </a:bodyPr>
          <a:lstStyle/>
          <a:p>
            <a:pPr lvl="0" algn="just" rtl="0">
              <a:lnSpc>
                <a:spcPct val="150000"/>
              </a:lnSpc>
              <a:spcBef>
                <a:spcPts val="0"/>
              </a:spcBef>
              <a:spcAft>
                <a:spcPts val="0"/>
              </a:spcAft>
              <a:buClr>
                <a:srgbClr val="FFFFFF"/>
              </a:buClr>
              <a:buSzPts val="1800"/>
              <a:buFont typeface="Wingdings" panose="05000000000000000000" charset="0"/>
              <a:buChar char="q"/>
            </a:pPr>
            <a:r>
              <a:rPr lang="en-US" altLang="en-GB" sz="1800">
                <a:latin typeface="Comic Sans MS" panose="030F0702030302020204" charset="0"/>
                <a:cs typeface="Comic Sans MS" panose="030F0702030302020204" charset="0"/>
              </a:rPr>
              <a:t>T</a:t>
            </a:r>
            <a:r>
              <a:rPr lang="en-GB" sz="1800">
                <a:latin typeface="Comic Sans MS" panose="030F0702030302020204" charset="0"/>
                <a:cs typeface="Comic Sans MS" panose="030F0702030302020204" charset="0"/>
              </a:rPr>
              <a:t>his HMS is built using the MERN stack—a combination of MongoDB, Express.js, React, and Node.js.</a:t>
            </a:r>
            <a:r>
              <a:rPr lang="en-US" altLang="en-GB" sz="1800">
                <a:latin typeface="Comic Sans MS" panose="030F0702030302020204" charset="0"/>
                <a:cs typeface="Comic Sans MS" panose="030F0702030302020204" charset="0"/>
              </a:rPr>
              <a:t> </a:t>
            </a:r>
            <a:r>
              <a:rPr lang="en-GB" sz="1800">
                <a:latin typeface="Comic Sans MS" panose="030F0702030302020204" charset="0"/>
                <a:cs typeface="Comic Sans MS" panose="030F0702030302020204" charset="0"/>
              </a:rPr>
              <a:t>Every element in the stack is essential to creating a cutting-edge, adaptable, and data-driven hospital management system</a:t>
            </a:r>
            <a:r>
              <a:rPr lang="en-US" altLang="en-GB" sz="1800">
                <a:latin typeface="Comic Sans MS" panose="030F0702030302020204" charset="0"/>
                <a:cs typeface="Comic Sans MS" panose="030F0702030302020204" charset="0"/>
              </a:rPr>
              <a:t>. </a:t>
            </a:r>
            <a:endParaRPr lang="en-US" altLang="en-GB" sz="1800">
              <a:latin typeface="Comic Sans MS" panose="030F0702030302020204" charset="0"/>
              <a:cs typeface="Comic Sans MS" panose="030F0702030302020204" charset="0"/>
            </a:endParaRPr>
          </a:p>
          <a:p>
            <a:pPr lvl="0" algn="just" rtl="0">
              <a:lnSpc>
                <a:spcPct val="150000"/>
              </a:lnSpc>
              <a:spcBef>
                <a:spcPts val="0"/>
              </a:spcBef>
              <a:spcAft>
                <a:spcPts val="0"/>
              </a:spcAft>
              <a:buClr>
                <a:srgbClr val="FFFFFF"/>
              </a:buClr>
              <a:buSzPts val="1800"/>
              <a:buFont typeface="Wingdings" panose="05000000000000000000" charset="0"/>
              <a:buChar char="q"/>
            </a:pPr>
            <a:r>
              <a:rPr lang="en-US" altLang="en-GB" sz="1800">
                <a:latin typeface="Comic Sans MS" panose="030F0702030302020204" charset="0"/>
                <a:cs typeface="Comic Sans MS" panose="030F0702030302020204" charset="0"/>
              </a:rPr>
              <a:t>The MERN stack is widely used for developing full-stack web applications due to its flexibility, scalability, and efficiency. </a:t>
            </a:r>
            <a:endParaRPr lang="en-US" altLang="en-GB" sz="1800">
              <a:latin typeface="Comic Sans MS" panose="030F0702030302020204" charset="0"/>
              <a:cs typeface="Comic Sans MS" panose="030F0702030302020204" charset="0"/>
            </a:endParaRPr>
          </a:p>
          <a:p>
            <a:pPr lvl="0" algn="just" rtl="0">
              <a:lnSpc>
                <a:spcPct val="150000"/>
              </a:lnSpc>
              <a:spcBef>
                <a:spcPts val="0"/>
              </a:spcBef>
              <a:spcAft>
                <a:spcPts val="0"/>
              </a:spcAft>
              <a:buClr>
                <a:srgbClr val="FFFFFF"/>
              </a:buClr>
              <a:buSzPts val="1800"/>
              <a:buFont typeface="Wingdings" panose="05000000000000000000" charset="0"/>
              <a:buChar char="q"/>
            </a:pPr>
            <a:r>
              <a:rPr lang="en-US" altLang="en-GB" sz="1800">
                <a:latin typeface="Comic Sans MS" panose="030F0702030302020204" charset="0"/>
                <a:cs typeface="Comic Sans MS" panose="030F0702030302020204" charset="0"/>
              </a:rPr>
              <a:t>Each component of the stack plays a crucial role in building a modern, responsive, and data-driven hospital management solution</a:t>
            </a:r>
            <a:endParaRPr lang="en-US" altLang="en-GB" sz="1800">
              <a:latin typeface="Comic Sans MS" panose="030F0702030302020204" charset="0"/>
              <a:cs typeface="Comic Sans MS" panose="030F07020303020202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 name="Text Placeholder 4"/>
          <p:cNvSpPr/>
          <p:nvPr>
            <p:ph type="body" idx="1"/>
          </p:nvPr>
        </p:nvSpPr>
        <p:spPr/>
        <p:txBody>
          <a:bodyPr/>
          <a:p>
            <a:pPr algn="ctr"/>
            <a:r>
              <a:rPr lang="en-US" sz="2000">
                <a:latin typeface="Algerian" panose="04020705040A02060702" charset="0"/>
                <a:cs typeface="Algerian" panose="04020705040A02060702" charset="0"/>
              </a:rPr>
              <a:t>Working of MERN Stack</a:t>
            </a:r>
            <a:endParaRPr lang="en-US" sz="2000">
              <a:latin typeface="Algerian" panose="04020705040A02060702" charset="0"/>
              <a:cs typeface="Algerian" panose="04020705040A02060702" charset="0"/>
            </a:endParaRPr>
          </a:p>
        </p:txBody>
      </p:sp>
      <p:pic>
        <p:nvPicPr>
          <p:cNvPr id="3" name="Picture Placeholder 2" descr="mern"/>
          <p:cNvPicPr>
            <a:picLocks noChangeAspect="1"/>
          </p:cNvPicPr>
          <p:nvPr>
            <p:ph type="pic" idx="2"/>
          </p:nvPr>
        </p:nvPicPr>
        <p:blipFill>
          <a:blip r:embed="rId2"/>
          <a:stretch>
            <a:fillRect/>
          </a:stretch>
        </p:blipFill>
        <p:spPr>
          <a:xfrm>
            <a:off x="2123440" y="295910"/>
            <a:ext cx="4824445" cy="3600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246380" y="97790"/>
            <a:ext cx="8804275" cy="673735"/>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gaps identified</a:t>
            </a:r>
            <a:endParaRPr lang="en-US" altLang="en-GB"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107315" y="771525"/>
            <a:ext cx="8943975" cy="4313555"/>
          </a:xfrm>
          <a:prstGeom prst="rect">
            <a:avLst/>
          </a:prstGeom>
        </p:spPr>
        <p:txBody>
          <a:bodyPr spcFirstLastPara="1" wrap="square" lIns="91425" tIns="45700" rIns="91425" bIns="45700" anchor="t" anchorCtr="0">
            <a:noAutofit/>
          </a:bodyPr>
          <a:lstStyle/>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rPr>
              <a:t>The application of this paper is available only on iOS which has locked out many non-Apple users [2].</a:t>
            </a:r>
            <a:endParaRPr lang="en-US" alt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rPr>
              <a:t>There is no mention of doctor assigning prescription and medicines to the patient. Inventory and prescription are not handled by the admin [3]. </a:t>
            </a:r>
            <a:endParaRPr lang="en-US" alt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rPr>
              <a:t>The Mobile Application has logins for different profiles but does not support CRUD operations. [5].</a:t>
            </a:r>
            <a:endParaRPr lang="en-US" alt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rPr>
              <a:t>All the papers did not clearly explain about admin functionalities in the website. For example, Admin should be able to add users of all types using add user button – doctor, and patient. The role of each user is not mentioned in the total users’ page.</a:t>
            </a:r>
            <a:endParaRPr lang="en-US" alt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endParaRPr lang="en-US" altLang="en-US" sz="1800">
              <a:latin typeface="Comic Sans MS" panose="030F0702030302020204" charset="0"/>
              <a:cs typeface="Comic Sans MS" panose="030F070203030202020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246380" y="97790"/>
            <a:ext cx="8804275" cy="673735"/>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objectives</a:t>
            </a:r>
            <a:endParaRPr lang="en-US" altLang="en-GB"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107315" y="771525"/>
            <a:ext cx="8943975" cy="4313555"/>
          </a:xfrm>
          <a:prstGeom prst="rect">
            <a:avLst/>
          </a:prstGeom>
        </p:spPr>
        <p:txBody>
          <a:bodyPr spcFirstLastPara="1" wrap="square" lIns="91425" tIns="45700" rIns="91425" bIns="45700" anchor="t" anchorCtr="0">
            <a:noAutofit/>
          </a:bodyPr>
          <a:lstStyle/>
          <a:p>
            <a:pPr lvl="0" algn="l" rtl="0">
              <a:lnSpc>
                <a:spcPct val="150000"/>
              </a:lnSpc>
              <a:spcBef>
                <a:spcPts val="360"/>
              </a:spcBef>
              <a:spcAft>
                <a:spcPts val="0"/>
              </a:spcAft>
              <a:buSzPts val="1800"/>
              <a:buFont typeface="Wingdings" panose="05000000000000000000" charset="0"/>
              <a:buChar char="q"/>
            </a:pPr>
            <a:r>
              <a:rPr sz="1800">
                <a:latin typeface="Comic Sans MS" panose="030F0702030302020204" charset="0"/>
                <a:cs typeface="Comic Sans MS" panose="030F0702030302020204" charset="0"/>
              </a:rPr>
              <a:t>To integrate the MERN stack to enable scalability and flexibility, making it simple to integrate new features and expand the system in the future.</a:t>
            </a:r>
            <a:endParaRPr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sz="1800">
                <a:latin typeface="Comic Sans MS" panose="030F0702030302020204" charset="0"/>
                <a:cs typeface="Comic Sans MS" panose="030F0702030302020204" charset="0"/>
              </a:rPr>
              <a:t>To increase efficiency in administration by providing resources for tracking inventory, scheduling appointments, checking doctor availability, and creating hospital reports.</a:t>
            </a:r>
            <a:endParaRPr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sz="1800">
                <a:latin typeface="Comic Sans MS" panose="030F0702030302020204" charset="0"/>
                <a:cs typeface="Comic Sans MS" panose="030F0702030302020204" charset="0"/>
              </a:rPr>
              <a:t>To improve patient care by providing a simple user friendly interface to the patients to schedule appointments, read prescriptions, and access medical data.</a:t>
            </a:r>
            <a:endParaRPr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sz="1800">
                <a:latin typeface="Comic Sans MS" panose="030F0702030302020204" charset="0"/>
                <a:cs typeface="Comic Sans MS" panose="030F0702030302020204" charset="0"/>
              </a:rPr>
              <a:t>To enable real-time data access for doctors, admins, and patients, ensuring fast access to the website.</a:t>
            </a:r>
            <a:endParaRPr sz="1800">
              <a:latin typeface="Comic Sans MS" panose="030F0702030302020204" charset="0"/>
              <a:cs typeface="Comic Sans MS" panose="030F07020303020202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485140" y="212090"/>
            <a:ext cx="8427720" cy="63754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sz="3400" u="sng">
                <a:latin typeface="Algerian" panose="04020705040A02060702"/>
                <a:ea typeface="Algerian" panose="04020705040A02060702"/>
                <a:cs typeface="Algerian" panose="04020705040A02060702"/>
                <a:sym typeface="Algerian" panose="04020705040A02060702"/>
              </a:rPr>
              <a:t>problem statement</a:t>
            </a:r>
            <a:endParaRPr lang="en-US"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484505" y="1056005"/>
            <a:ext cx="8428990" cy="3935730"/>
          </a:xfrm>
          <a:prstGeom prst="rect">
            <a:avLst/>
          </a:prstGeom>
        </p:spPr>
        <p:txBody>
          <a:bodyPr spcFirstLastPara="1" wrap="square" lIns="91425" tIns="45700" rIns="91425" bIns="45700" anchor="t" anchorCtr="0">
            <a:noAutofit/>
          </a:bodyPr>
          <a:lstStyle/>
          <a:p>
            <a:pPr marL="0" lvl="0" indent="0" algn="just" rtl="0">
              <a:lnSpc>
                <a:spcPct val="110000"/>
              </a:lnSpc>
              <a:spcBef>
                <a:spcPts val="0"/>
              </a:spcBef>
              <a:spcAft>
                <a:spcPts val="0"/>
              </a:spcAft>
              <a:buFont typeface="Wingdings" panose="05000000000000000000" charset="0"/>
              <a:buNone/>
            </a:pPr>
            <a:r>
              <a:rPr lang="en-US" altLang="en-US" sz="1800" b="0" dirty="0">
                <a:latin typeface="Comic Sans MS" panose="030F0702030302020204" charset="0"/>
                <a:ea typeface="Open Sans" panose="020B0606030504020204" pitchFamily="34" charset="0"/>
                <a:cs typeface="Open Sans" panose="020B0606030504020204" pitchFamily="34" charset="0"/>
                <a:sym typeface="+mn-ea"/>
              </a:rPr>
              <a:t>Manual inefficiencies that the hospitals routinely adopt to handle appointments, medications, and inventories result in errors, delay time, and hindrances to business. Hospital management is busy doing manual tracking of inventory and schedules of physicians and hence doesn't utilize resources properly. These problems adversely affect the quality of patient care and operational efficiency. Thus, there is a requirement for an automated, centralized, and user-friendly system to solve these problems. Thus, to operate hospitals efficiently is a feature-rich, web-based Hospital Management System (HMS) based on cutting-edge software technologies like MERN Stack, which help in automating hospital's key functions, makes working more efficient, ensures better and secure patient care, and scalability.</a:t>
            </a:r>
            <a:endParaRPr lang="en-US" altLang="en-US" sz="1800" b="0" dirty="0">
              <a:latin typeface="Comic Sans MS" panose="030F0702030302020204" charset="0"/>
              <a:ea typeface="Open Sans" panose="020B0606030504020204" pitchFamily="34" charset="0"/>
              <a:cs typeface="Open Sans" panose="020B0606030504020204" pitchFamily="34" charset="0"/>
              <a:sym typeface="+mn-e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246380" y="97790"/>
            <a:ext cx="8804275" cy="673735"/>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HARDWARE REQUIREMENTS</a:t>
            </a:r>
            <a:endParaRPr lang="en-US" altLang="en-GB"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107315" y="1092835"/>
            <a:ext cx="8943975" cy="3992245"/>
          </a:xfrm>
          <a:prstGeom prst="rect">
            <a:avLst/>
          </a:prstGeom>
        </p:spPr>
        <p:txBody>
          <a:bodyPr spcFirstLastPara="1" wrap="square" lIns="91425" tIns="45700" rIns="91425" bIns="45700" anchor="t" anchorCtr="0">
            <a:noAutofit/>
          </a:bodyPr>
          <a:lstStyle/>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OS - Windows/ Linux</a:t>
            </a:r>
            <a:endParaRPr 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Execute instructions - Central processing unit (CPU)</a:t>
            </a:r>
            <a:endParaRPr 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Displaying images - Graphics Processing unit (GPU)</a:t>
            </a:r>
            <a:endParaRPr 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High storage capacity - Hard Disk Drives (HDD)</a:t>
            </a:r>
            <a:endParaRPr 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Temporary Storage - Random Access memory (RAM)</a:t>
            </a:r>
            <a:endParaRPr 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Device - Laptop/ Computer</a:t>
            </a:r>
            <a:endParaRPr 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Processor - Intel Core i5</a:t>
            </a:r>
            <a:endParaRPr lang="en-US" sz="1800">
              <a:latin typeface="Comic Sans MS" panose="030F0702030302020204" charset="0"/>
              <a:cs typeface="Comic Sans MS" panose="030F070203030202020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246380" y="97790"/>
            <a:ext cx="8804275" cy="673735"/>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SOFTWARE REQUIREMENTS</a:t>
            </a:r>
            <a:endParaRPr lang="en-US" altLang="en-GB"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107315" y="1278255"/>
            <a:ext cx="8943975" cy="3806825"/>
          </a:xfrm>
          <a:prstGeom prst="rect">
            <a:avLst/>
          </a:prstGeom>
        </p:spPr>
        <p:txBody>
          <a:bodyPr spcFirstLastPara="1" wrap="square" lIns="91425" tIns="45700" rIns="91425" bIns="45700" anchor="t" anchorCtr="0">
            <a:noAutofit/>
          </a:bodyPr>
          <a:lstStyle/>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FrontEnd - React.js, Bootstrap, CSS</a:t>
            </a:r>
            <a:endParaRPr 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BackEnd - Node.js, Express.js</a:t>
            </a:r>
            <a:endParaRPr 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Database - MongoDB atlas</a:t>
            </a:r>
            <a:endParaRPr 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Source Code editor- Visual Studio COde</a:t>
            </a:r>
            <a:endParaRPr 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Local Host Browser - Firefox</a:t>
            </a:r>
            <a:endParaRPr 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Windows Version - Windows 10 version and above</a:t>
            </a:r>
            <a:endParaRPr 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Repository hosting - GitHub</a:t>
            </a:r>
            <a:endParaRPr lang="en-US" sz="1800">
              <a:latin typeface="Comic Sans MS" panose="030F0702030302020204" charset="0"/>
              <a:cs typeface="Comic Sans MS" panose="030F070203030202020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194310" y="1033145"/>
            <a:ext cx="2332990" cy="17780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n-US" b="0" u="sng">
                <a:latin typeface="Algerian" panose="04020705040A02060702"/>
                <a:ea typeface="Algerian" panose="04020705040A02060702"/>
                <a:cs typeface="Algerian" panose="04020705040A02060702"/>
                <a:sym typeface="Algerian" panose="04020705040A02060702"/>
              </a:rPr>
              <a:t>proposed </a:t>
            </a:r>
            <a:br>
              <a:rPr lang="en-US" b="0" u="sng">
                <a:latin typeface="Algerian" panose="04020705040A02060702"/>
                <a:ea typeface="Algerian" panose="04020705040A02060702"/>
                <a:cs typeface="Algerian" panose="04020705040A02060702"/>
                <a:sym typeface="Algerian" panose="04020705040A02060702"/>
              </a:rPr>
            </a:br>
            <a:r>
              <a:rPr lang="en-US" b="0" u="sng">
                <a:latin typeface="Algerian" panose="04020705040A02060702"/>
                <a:ea typeface="Algerian" panose="04020705040A02060702"/>
                <a:cs typeface="Algerian" panose="04020705040A02060702"/>
                <a:sym typeface="Algerian" panose="04020705040A02060702"/>
              </a:rPr>
              <a:t>architecture</a:t>
            </a:r>
            <a:endParaRPr lang="en-US" b="0" u="sng">
              <a:latin typeface="Algerian" panose="04020705040A02060702"/>
              <a:ea typeface="Algerian" panose="04020705040A02060702"/>
              <a:cs typeface="Algerian" panose="04020705040A02060702"/>
              <a:sym typeface="Algerian" panose="04020705040A02060702"/>
            </a:endParaRPr>
          </a:p>
        </p:txBody>
      </p:sp>
      <p:pic>
        <p:nvPicPr>
          <p:cNvPr id="2" name="Picture Placeholder 1" descr="Untitled Diagram2.drawio (1)_page-0001"/>
          <p:cNvPicPr>
            <a:picLocks noChangeAspect="1"/>
          </p:cNvPicPr>
          <p:nvPr>
            <p:ph type="pic" idx="2"/>
          </p:nvPr>
        </p:nvPicPr>
        <p:blipFill>
          <a:blip r:embed="rId2"/>
          <a:stretch>
            <a:fillRect/>
          </a:stretch>
        </p:blipFill>
        <p:spPr>
          <a:xfrm>
            <a:off x="2454275" y="167005"/>
            <a:ext cx="6506210" cy="488759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246380" y="97790"/>
            <a:ext cx="8804275" cy="673735"/>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METHODOLOGY ADAPTED</a:t>
            </a:r>
            <a:endParaRPr lang="en-US" altLang="en-GB"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107315" y="828040"/>
            <a:ext cx="8943975" cy="4249420"/>
          </a:xfrm>
          <a:prstGeom prst="rect">
            <a:avLst/>
          </a:prstGeom>
        </p:spPr>
        <p:txBody>
          <a:bodyPr spcFirstLastPara="1" wrap="square" lIns="91425" tIns="45700" rIns="91425" bIns="45700" anchor="t" anchorCtr="0">
            <a:noAutofit/>
          </a:bodyPr>
          <a:lstStyle/>
          <a:p>
            <a:pPr marL="114300" lvl="0" indent="0" algn="l" rtl="0">
              <a:lnSpc>
                <a:spcPct val="150000"/>
              </a:lnSpc>
              <a:spcBef>
                <a:spcPts val="360"/>
              </a:spcBef>
              <a:spcAft>
                <a:spcPts val="0"/>
              </a:spcAft>
              <a:buSzPts val="1800"/>
              <a:buFont typeface="Wingdings" panose="05000000000000000000" charset="0"/>
              <a:buNone/>
            </a:pPr>
            <a:r>
              <a:rPr lang="en-US" altLang="en-US" sz="1800" b="1" u="sng">
                <a:latin typeface="Comic Sans MS" panose="030F0702030302020204" charset="0"/>
                <a:cs typeface="Comic Sans MS" panose="030F0702030302020204" charset="0"/>
              </a:rPr>
              <a:t>1. Front End - React JS, CSS and Bootstrap:</a:t>
            </a:r>
            <a:endParaRPr lang="en-US" altLang="en-US" sz="1800" b="1">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rPr>
              <a:t>This project has a user friendly interface for different profiles. There are 3 different logins – Admin, Doctor and Patient. </a:t>
            </a:r>
            <a:endParaRPr lang="en-US" alt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rPr>
              <a:t>To install react project, run the command “npx create-react-app .” in the VS code. After the node modules are installed and we are ready to perform frontend logic. </a:t>
            </a:r>
            <a:endParaRPr lang="en-US" alt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sym typeface="+mn-ea"/>
              </a:rPr>
              <a:t>I developed user-friendly dashboards, appointment booking forms, prescription management interfaces, and user account management pages. The other packages required  can be installed accordingly by “npm install”.</a:t>
            </a:r>
            <a:endParaRPr lang="en-US" altLang="en-US" sz="1800">
              <a:latin typeface="Comic Sans MS" panose="030F0702030302020204" charset="0"/>
              <a:cs typeface="Comic Sans MS" panose="030F070203030202020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246380" y="97790"/>
            <a:ext cx="8804275" cy="673735"/>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METHODOLOGY ADAPTED...</a:t>
            </a:r>
            <a:endParaRPr lang="en-US" altLang="en-GB"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107315" y="828675"/>
            <a:ext cx="8943975" cy="4220210"/>
          </a:xfrm>
          <a:prstGeom prst="rect">
            <a:avLst/>
          </a:prstGeom>
        </p:spPr>
        <p:txBody>
          <a:bodyPr spcFirstLastPara="1" wrap="square" lIns="91425" tIns="45700" rIns="91425" bIns="45700" anchor="t" anchorCtr="0">
            <a:noAutofit/>
          </a:bodyPr>
          <a:lstStyle/>
          <a:p>
            <a:pPr marL="114300" lvl="0" indent="0" algn="l" rtl="0">
              <a:lnSpc>
                <a:spcPct val="150000"/>
              </a:lnSpc>
              <a:spcBef>
                <a:spcPts val="360"/>
              </a:spcBef>
              <a:spcAft>
                <a:spcPts val="0"/>
              </a:spcAft>
              <a:buSzPts val="1800"/>
              <a:buFont typeface="Wingdings" panose="05000000000000000000" charset="0"/>
              <a:buNone/>
            </a:pPr>
            <a:r>
              <a:rPr lang="en-US" altLang="en-US" sz="1800" b="1" u="sng">
                <a:latin typeface="Comic Sans MS" panose="030F0702030302020204" charset="0"/>
                <a:cs typeface="Comic Sans MS" panose="030F0702030302020204" charset="0"/>
              </a:rPr>
              <a:t>2. Back End – Node JS, Express JS:</a:t>
            </a:r>
            <a:endParaRPr lang="en-US" altLang="en-US" sz="1800" b="1" u="sng">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rPr>
              <a:t>Node JS is installed in the VS Code by using npm install or directly installing latest version from the Google. Express JS is a Node JS framework used to build the application offering middleware, routing, etc. The backend is divided into 4 parts mainly - Controllers, models, middlewares, and routes. </a:t>
            </a:r>
            <a:endParaRPr lang="en-US" altLang="en-US" sz="1800">
              <a:latin typeface="Comic Sans MS" panose="030F0702030302020204" charset="0"/>
              <a:cs typeface="Comic Sans MS" panose="030F0702030302020204" charset="0"/>
            </a:endParaRPr>
          </a:p>
          <a:p>
            <a:pPr marL="114300" lvl="0" indent="0" algn="l" rtl="0">
              <a:lnSpc>
                <a:spcPct val="150000"/>
              </a:lnSpc>
              <a:spcBef>
                <a:spcPts val="360"/>
              </a:spcBef>
              <a:spcAft>
                <a:spcPts val="0"/>
              </a:spcAft>
              <a:buSzPts val="1800"/>
              <a:buFont typeface="Wingdings" panose="05000000000000000000" charset="0"/>
              <a:buNone/>
            </a:pPr>
            <a:endParaRPr lang="en-US" alt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sym typeface="+mn-ea"/>
              </a:rPr>
              <a:t>Controllers have the main backend logic of the application. It manages request responses. Middlewares controls the authentication purposes, such as to authenticate the users of application and also the requests coming.</a:t>
            </a:r>
            <a:endParaRPr lang="en-US" altLang="en-US" sz="1800">
              <a:latin typeface="Comic Sans MS" panose="030F0702030302020204" charset="0"/>
              <a:cs typeface="Comic Sans MS" panose="030F070203030202020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246380" y="97790"/>
            <a:ext cx="8804275" cy="673735"/>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METHODOLOGY ADAPTED...</a:t>
            </a:r>
            <a:endParaRPr lang="en-US" altLang="en-GB"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107315" y="906780"/>
            <a:ext cx="8943975" cy="4000500"/>
          </a:xfrm>
          <a:prstGeom prst="rect">
            <a:avLst/>
          </a:prstGeom>
        </p:spPr>
        <p:txBody>
          <a:bodyPr spcFirstLastPara="1" wrap="square" lIns="91425" tIns="45700" rIns="91425" bIns="45700" anchor="t" anchorCtr="0">
            <a:noAutofit/>
          </a:bodyPr>
          <a:lstStyle/>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sym typeface="+mn-ea"/>
              </a:rPr>
              <a:t>Models has their own backend logics like doctor’s profile, admin’s profile etc. Routes establishes the communication between backend and frontend by having the endpoints if the frontend pages.</a:t>
            </a:r>
            <a:endParaRPr lang="en-US" altLang="en-US" sz="1800">
              <a:latin typeface="Comic Sans MS" panose="030F0702030302020204" charset="0"/>
              <a:cs typeface="Comic Sans MS" panose="030F0702030302020204" charset="0"/>
            </a:endParaRPr>
          </a:p>
          <a:p>
            <a:pPr marL="114300" lvl="0" indent="0" algn="l" rtl="0">
              <a:lnSpc>
                <a:spcPct val="150000"/>
              </a:lnSpc>
              <a:spcBef>
                <a:spcPts val="360"/>
              </a:spcBef>
              <a:spcAft>
                <a:spcPts val="0"/>
              </a:spcAft>
              <a:buSzPts val="1800"/>
              <a:buFont typeface="Wingdings" panose="05000000000000000000" charset="0"/>
              <a:buNone/>
            </a:pPr>
            <a:endParaRPr lang="en-US" altLang="en-US" sz="1800" b="1" u="sng">
              <a:latin typeface="Comic Sans MS" panose="030F0702030302020204" charset="0"/>
              <a:cs typeface="Comic Sans MS" panose="030F0702030302020204" charset="0"/>
            </a:endParaRPr>
          </a:p>
          <a:p>
            <a:pPr marL="114300" lvl="0" indent="0" algn="l" rtl="0">
              <a:lnSpc>
                <a:spcPct val="150000"/>
              </a:lnSpc>
              <a:spcBef>
                <a:spcPts val="360"/>
              </a:spcBef>
              <a:spcAft>
                <a:spcPts val="0"/>
              </a:spcAft>
              <a:buSzPts val="1800"/>
              <a:buFont typeface="Wingdings" panose="05000000000000000000" charset="0"/>
              <a:buNone/>
            </a:pPr>
            <a:r>
              <a:rPr lang="en-US" altLang="en-US" sz="1800" b="1" u="sng">
                <a:latin typeface="Comic Sans MS" panose="030F0702030302020204" charset="0"/>
                <a:cs typeface="Comic Sans MS" panose="030F0702030302020204" charset="0"/>
              </a:rPr>
              <a:t>3. Database – MongoDB, Mongoose:</a:t>
            </a:r>
            <a:endParaRPr lang="en-US" altLang="en-US" sz="1800" b="1" u="sng">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rPr>
              <a:t>Mongo DB ensures to store the user credentials and their information. Mongoose helps to simplify the interaction with the database. Installation is done by “npm install mongoose” command. Create a project in MongoDB atlas to establish connection for the website. </a:t>
            </a:r>
            <a:endParaRPr lang="en-US" altLang="en-US" sz="1800">
              <a:latin typeface="Comic Sans MS" panose="030F0702030302020204" charset="0"/>
              <a:cs typeface="Comic Sans MS" panose="030F0702030302020204" charset="0"/>
            </a:endParaRPr>
          </a:p>
          <a:p>
            <a:pPr marL="114300" lvl="0" indent="0" algn="l" rtl="0">
              <a:lnSpc>
                <a:spcPct val="150000"/>
              </a:lnSpc>
              <a:spcBef>
                <a:spcPts val="360"/>
              </a:spcBef>
              <a:spcAft>
                <a:spcPts val="0"/>
              </a:spcAft>
              <a:buSzPts val="1800"/>
              <a:buFont typeface="Wingdings" panose="05000000000000000000" charset="0"/>
              <a:buNone/>
            </a:pPr>
            <a:r>
              <a:rPr lang="en-US" altLang="en-US" sz="1800">
                <a:latin typeface="Comic Sans MS" panose="030F0702030302020204" charset="0"/>
                <a:cs typeface="Comic Sans MS" panose="030F0702030302020204" charset="0"/>
              </a:rPr>
              <a:t> </a:t>
            </a:r>
            <a:endParaRPr lang="en-US" alt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endParaRPr lang="en-US" altLang="en-US" sz="1800">
              <a:latin typeface="Comic Sans MS" panose="030F0702030302020204" charset="0"/>
              <a:cs typeface="Comic Sans MS" panose="030F07020303020202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246380" y="97790"/>
            <a:ext cx="8804275" cy="673735"/>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METHODOLOGY ADAPTED...</a:t>
            </a:r>
            <a:endParaRPr lang="en-US" altLang="en-GB"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107315" y="828040"/>
            <a:ext cx="8943975" cy="4257040"/>
          </a:xfrm>
          <a:prstGeom prst="rect">
            <a:avLst/>
          </a:prstGeom>
        </p:spPr>
        <p:txBody>
          <a:bodyPr spcFirstLastPara="1" wrap="square" lIns="91425" tIns="45700" rIns="91425" bIns="45700" anchor="t" anchorCtr="0">
            <a:noAutofit/>
          </a:bodyPr>
          <a:lstStyle/>
          <a:p>
            <a:pPr marL="114300" lvl="0" indent="0" algn="l" rtl="0">
              <a:lnSpc>
                <a:spcPct val="150000"/>
              </a:lnSpc>
              <a:spcBef>
                <a:spcPts val="360"/>
              </a:spcBef>
              <a:spcAft>
                <a:spcPts val="0"/>
              </a:spcAft>
              <a:buSzPts val="1800"/>
              <a:buFont typeface="Wingdings" panose="05000000000000000000" charset="0"/>
              <a:buNone/>
            </a:pPr>
            <a:r>
              <a:rPr lang="en-US" altLang="en-US" sz="1800" b="1" u="sng">
                <a:latin typeface="Comic Sans MS" panose="030F0702030302020204" charset="0"/>
                <a:cs typeface="Comic Sans MS" panose="030F0702030302020204" charset="0"/>
              </a:rPr>
              <a:t>4. Dotenv:</a:t>
            </a:r>
            <a:endParaRPr lang="en-US" altLang="en-US" sz="1800" b="1" u="sng">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rPr>
              <a:t>It is a module that enables the use of environment variables in a Node.js application. Dotenv is used to manage all our sensitive configuration variables, such as database connection strings, API keys, port number and secret tokens. </a:t>
            </a:r>
            <a:endParaRPr lang="en-US" altLang="en-US" sz="1800">
              <a:latin typeface="Comic Sans MS" panose="030F0702030302020204" charset="0"/>
              <a:cs typeface="Comic Sans MS" panose="030F0702030302020204" charset="0"/>
            </a:endParaRPr>
          </a:p>
          <a:p>
            <a:pPr marL="114300" lvl="0" indent="0" algn="l" rtl="0">
              <a:lnSpc>
                <a:spcPct val="150000"/>
              </a:lnSpc>
              <a:spcBef>
                <a:spcPts val="360"/>
              </a:spcBef>
              <a:spcAft>
                <a:spcPts val="0"/>
              </a:spcAft>
              <a:buSzPts val="1800"/>
              <a:buFont typeface="Wingdings" panose="05000000000000000000" charset="0"/>
              <a:buNone/>
            </a:pPr>
            <a:r>
              <a:rPr lang="en-US" altLang="en-US" sz="1800" b="1" u="sng">
                <a:latin typeface="Comic Sans MS" panose="030F0702030302020204" charset="0"/>
                <a:cs typeface="Comic Sans MS" panose="030F0702030302020204" charset="0"/>
              </a:rPr>
              <a:t>5. Axios:</a:t>
            </a:r>
            <a:endParaRPr lang="en-US" altLang="en-US" sz="1800" b="1" u="sng">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rPr>
              <a:t>Axios is a node package which is used to fetch the doctor prescription, appointments, and their respective information from the database. And axios is also used in user authentication.</a:t>
            </a:r>
            <a:endParaRPr lang="en-US" altLang="en-US" sz="1800">
              <a:latin typeface="Comic Sans MS" panose="030F0702030302020204" charset="0"/>
              <a:cs typeface="Comic Sans MS" panose="030F0702030302020204" charset="0"/>
            </a:endParaRPr>
          </a:p>
          <a:p>
            <a:pPr marL="114300" lvl="0" indent="0" algn="l" rtl="0">
              <a:lnSpc>
                <a:spcPct val="150000"/>
              </a:lnSpc>
              <a:spcBef>
                <a:spcPts val="360"/>
              </a:spcBef>
              <a:spcAft>
                <a:spcPts val="0"/>
              </a:spcAft>
              <a:buSzPts val="1800"/>
              <a:buFont typeface="Wingdings" panose="05000000000000000000" charset="0"/>
              <a:buNone/>
            </a:pPr>
            <a:r>
              <a:rPr lang="en-US" altLang="en-US" sz="1800">
                <a:latin typeface="Comic Sans MS" panose="030F0702030302020204" charset="0"/>
                <a:cs typeface="Comic Sans MS" panose="030F0702030302020204" charset="0"/>
              </a:rPr>
              <a:t> </a:t>
            </a:r>
            <a:endParaRPr lang="en-US" alt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endParaRPr lang="en-US" altLang="en-US" sz="1800">
              <a:latin typeface="Comic Sans MS" panose="030F0702030302020204" charset="0"/>
              <a:cs typeface="Comic Sans MS" panose="030F0702030302020204"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pic>
        <p:nvPicPr>
          <p:cNvPr id="1" name="Picture Placeholder 0" descr="signup"/>
          <p:cNvPicPr>
            <a:picLocks noChangeAspect="1"/>
          </p:cNvPicPr>
          <p:nvPr>
            <p:ph type="pic" idx="2"/>
          </p:nvPr>
        </p:nvPicPr>
        <p:blipFill>
          <a:blip r:embed="rId2"/>
          <a:stretch>
            <a:fillRect/>
          </a:stretch>
        </p:blipFill>
        <p:spPr>
          <a:xfrm>
            <a:off x="1388745" y="1080770"/>
            <a:ext cx="6551417" cy="3096000"/>
          </a:xfrm>
          <a:prstGeom prst="rect">
            <a:avLst/>
          </a:prstGeom>
        </p:spPr>
      </p:pic>
      <p:sp>
        <p:nvSpPr>
          <p:cNvPr id="4" name="Text Box 3"/>
          <p:cNvSpPr txBox="1"/>
          <p:nvPr/>
        </p:nvSpPr>
        <p:spPr>
          <a:xfrm>
            <a:off x="405130" y="320675"/>
            <a:ext cx="8375015" cy="695960"/>
          </a:xfrm>
          <a:prstGeom prst="rect">
            <a:avLst/>
          </a:prstGeom>
          <a:noFill/>
        </p:spPr>
        <p:txBody>
          <a:bodyPr wrap="square" rtlCol="0">
            <a:noAutofit/>
          </a:bodyPr>
          <a:p>
            <a:pPr algn="ctr"/>
            <a:r>
              <a:rPr lang="en-US" altLang="en-GB" sz="3400" u="sng">
                <a:solidFill>
                  <a:schemeClr val="bg1"/>
                </a:solidFill>
                <a:latin typeface="Algerian" panose="04020705040A02060702"/>
                <a:ea typeface="Algerian" panose="04020705040A02060702"/>
                <a:cs typeface="Algerian" panose="04020705040A02060702"/>
                <a:sym typeface="Algerian" panose="04020705040A02060702"/>
              </a:rPr>
              <a:t>OUTPUT SCREENSHOTS</a:t>
            </a:r>
            <a:endParaRPr lang="en-US" altLang="en-GB" sz="3400" u="sng">
              <a:solidFill>
                <a:schemeClr val="bg1"/>
              </a:solidFill>
              <a:latin typeface="Algerian" panose="04020705040A02060702"/>
              <a:ea typeface="Algerian" panose="04020705040A02060702"/>
              <a:cs typeface="Algerian" panose="04020705040A02060702"/>
              <a:sym typeface="Algerian" panose="04020705040A02060702"/>
            </a:endParaRPr>
          </a:p>
          <a:p>
            <a:endParaRPr lang="en-US" altLang="en-GB" sz="3400" u="sng">
              <a:solidFill>
                <a:schemeClr val="bg1"/>
              </a:solidFill>
              <a:latin typeface="Algerian" panose="04020705040A02060702"/>
              <a:ea typeface="Algerian" panose="04020705040A02060702"/>
              <a:cs typeface="Algerian" panose="04020705040A02060702"/>
              <a:sym typeface="Algerian" panose="04020705040A02060702"/>
            </a:endParaRPr>
          </a:p>
        </p:txBody>
      </p:sp>
      <p:sp>
        <p:nvSpPr>
          <p:cNvPr id="5" name="Text Box 4"/>
          <p:cNvSpPr txBox="1"/>
          <p:nvPr/>
        </p:nvSpPr>
        <p:spPr>
          <a:xfrm>
            <a:off x="3822065" y="4323080"/>
            <a:ext cx="1593215" cy="368300"/>
          </a:xfrm>
          <a:prstGeom prst="rect">
            <a:avLst/>
          </a:prstGeom>
          <a:noFill/>
        </p:spPr>
        <p:txBody>
          <a:bodyPr wrap="square" rtlCol="0">
            <a:spAutoFit/>
          </a:bodyPr>
          <a:p>
            <a:r>
              <a:rPr lang="en-US" sz="1800">
                <a:solidFill>
                  <a:schemeClr val="bg1"/>
                </a:solidFill>
                <a:latin typeface="Comic Sans MS" panose="030F0702030302020204" charset="0"/>
                <a:cs typeface="Comic Sans MS" panose="030F0702030302020204" charset="0"/>
              </a:rPr>
              <a:t>Sign Up Page</a:t>
            </a:r>
            <a:endParaRPr lang="en-US" sz="1800">
              <a:solidFill>
                <a:schemeClr val="bg1"/>
              </a:solidFill>
              <a:latin typeface="Comic Sans MS" panose="030F0702030302020204" charset="0"/>
              <a:cs typeface="Comic Sans MS" panose="030F070203030202020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4" name="Text Box 3"/>
          <p:cNvSpPr txBox="1"/>
          <p:nvPr/>
        </p:nvSpPr>
        <p:spPr>
          <a:xfrm>
            <a:off x="405130" y="320675"/>
            <a:ext cx="8169275" cy="614045"/>
          </a:xfrm>
          <a:prstGeom prst="rect">
            <a:avLst/>
          </a:prstGeom>
          <a:noFill/>
        </p:spPr>
        <p:txBody>
          <a:bodyPr wrap="square" rtlCol="0">
            <a:spAutoFit/>
          </a:bodyPr>
          <a:p>
            <a:pPr algn="ctr"/>
            <a:r>
              <a:rPr lang="en-US" sz="3400" u="sng">
                <a:solidFill>
                  <a:schemeClr val="bg1"/>
                </a:solidFill>
                <a:latin typeface="Algerian" panose="04020705040A02060702" charset="0"/>
                <a:cs typeface="Algerian" panose="04020705040A02060702" charset="0"/>
              </a:rPr>
              <a:t>output screenshots...</a:t>
            </a:r>
            <a:endParaRPr lang="en-US" sz="3400" u="sng">
              <a:solidFill>
                <a:schemeClr val="bg1"/>
              </a:solidFill>
              <a:latin typeface="Algerian" panose="04020705040A02060702" charset="0"/>
              <a:cs typeface="Algerian" panose="04020705040A02060702" charset="0"/>
            </a:endParaRPr>
          </a:p>
        </p:txBody>
      </p:sp>
      <p:sp>
        <p:nvSpPr>
          <p:cNvPr id="5" name="Text Box 4"/>
          <p:cNvSpPr txBox="1"/>
          <p:nvPr/>
        </p:nvSpPr>
        <p:spPr>
          <a:xfrm>
            <a:off x="3822065" y="4323080"/>
            <a:ext cx="1593215" cy="368300"/>
          </a:xfrm>
          <a:prstGeom prst="rect">
            <a:avLst/>
          </a:prstGeom>
          <a:noFill/>
        </p:spPr>
        <p:txBody>
          <a:bodyPr wrap="square" rtlCol="0">
            <a:spAutoFit/>
          </a:bodyPr>
          <a:p>
            <a:r>
              <a:rPr lang="en-US" sz="1800">
                <a:solidFill>
                  <a:schemeClr val="bg1"/>
                </a:solidFill>
                <a:latin typeface="Comic Sans MS" panose="030F0702030302020204" charset="0"/>
                <a:cs typeface="Comic Sans MS" panose="030F0702030302020204" charset="0"/>
              </a:rPr>
              <a:t>Login Page</a:t>
            </a:r>
            <a:endParaRPr lang="en-US" sz="1800">
              <a:solidFill>
                <a:schemeClr val="bg1"/>
              </a:solidFill>
              <a:latin typeface="Comic Sans MS" panose="030F0702030302020204" charset="0"/>
              <a:cs typeface="Comic Sans MS" panose="030F0702030302020204" charset="0"/>
            </a:endParaRPr>
          </a:p>
        </p:txBody>
      </p:sp>
      <p:pic>
        <p:nvPicPr>
          <p:cNvPr id="3" name="Picture Placeholder 2" descr="login"/>
          <p:cNvPicPr>
            <a:picLocks noChangeAspect="1"/>
          </p:cNvPicPr>
          <p:nvPr>
            <p:ph type="pic" idx="2"/>
          </p:nvPr>
        </p:nvPicPr>
        <p:blipFill>
          <a:blip r:embed="rId2"/>
          <a:stretch>
            <a:fillRect/>
          </a:stretch>
        </p:blipFill>
        <p:spPr>
          <a:xfrm>
            <a:off x="1539875" y="1139190"/>
            <a:ext cx="6349281" cy="3060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246380" y="97790"/>
            <a:ext cx="8804275" cy="673735"/>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RESULTS AND DISCUSSION</a:t>
            </a:r>
            <a:endParaRPr lang="en-US" altLang="en-GB"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107315" y="828040"/>
            <a:ext cx="8943975" cy="4249420"/>
          </a:xfrm>
          <a:prstGeom prst="rect">
            <a:avLst/>
          </a:prstGeom>
        </p:spPr>
        <p:txBody>
          <a:bodyPr spcFirstLastPara="1" wrap="square" lIns="91425" tIns="45700" rIns="91425" bIns="45700" anchor="t" anchorCtr="0">
            <a:noAutofit/>
          </a:bodyPr>
          <a:lstStyle/>
          <a:p>
            <a:pPr marL="114300" lvl="0" indent="0" algn="l" rtl="0">
              <a:lnSpc>
                <a:spcPct val="150000"/>
              </a:lnSpc>
              <a:spcBef>
                <a:spcPts val="360"/>
              </a:spcBef>
              <a:spcAft>
                <a:spcPts val="0"/>
              </a:spcAft>
              <a:buSzPts val="1800"/>
              <a:buFont typeface="Wingdings" panose="05000000000000000000" charset="0"/>
              <a:buNone/>
            </a:pPr>
            <a:r>
              <a:rPr lang="en-US" altLang="en-US" sz="1800">
                <a:latin typeface="Comic Sans MS" panose="030F0702030302020204" charset="0"/>
                <a:cs typeface="Comic Sans MS" panose="030F0702030302020204" charset="0"/>
              </a:rPr>
              <a:t>In this project, I have created an appointment booking system which helps patients to login to the website and book the doctor appointment and get the prescription given by the doctor. The results of this project include:</a:t>
            </a:r>
            <a:endParaRPr lang="en-US" alt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rPr>
              <a:t>All the users – doctors, admins, and patients have a different dashboard respectively based on the permissions and each has different benefits.</a:t>
            </a:r>
            <a:endParaRPr lang="en-US" alt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rPr>
              <a:t>A sign up page is created for new user. After a successful registration, user is ready to login to the website.</a:t>
            </a:r>
            <a:endParaRPr lang="en-US" alt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rPr>
              <a:t>After successful authentication, user can view the available doctors and their schedule. Users can select the doctor and book the appointment.</a:t>
            </a:r>
            <a:endParaRPr lang="en-US" altLang="en-US" sz="1800">
              <a:latin typeface="Comic Sans MS" panose="030F0702030302020204" charset="0"/>
              <a:cs typeface="Comic Sans MS" panose="030F070203030202020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246380" y="97790"/>
            <a:ext cx="8804275" cy="673735"/>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RESULTS AND DISCUSSION...</a:t>
            </a:r>
            <a:endParaRPr lang="en-US" altLang="en-GB"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107315" y="1055370"/>
            <a:ext cx="8943975" cy="4022090"/>
          </a:xfrm>
          <a:prstGeom prst="rect">
            <a:avLst/>
          </a:prstGeom>
        </p:spPr>
        <p:txBody>
          <a:bodyPr spcFirstLastPara="1" wrap="square" lIns="91425" tIns="45700" rIns="91425" bIns="45700" anchor="t" anchorCtr="0">
            <a:noAutofit/>
          </a:bodyPr>
          <a:lstStyle/>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sym typeface="+mn-ea"/>
              </a:rPr>
              <a:t>Patient’s dashboard has the facility to check the schedule and available slots of the doctor to schedule an appointment. </a:t>
            </a:r>
            <a:endParaRPr lang="en-US" alt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r>
              <a:rPr lang="en-US" altLang="en-US" sz="1800">
                <a:latin typeface="Comic Sans MS" panose="030F0702030302020204" charset="0"/>
                <a:cs typeface="Comic Sans MS" panose="030F0702030302020204" charset="0"/>
              </a:rPr>
              <a:t>Admins can add, update and delete the user details which provide the authority of performing CRUD operation to the website.</a:t>
            </a:r>
            <a:endParaRPr lang="en-US" altLang="en-US" sz="1800">
              <a:latin typeface="Comic Sans MS" panose="030F0702030302020204" charset="0"/>
              <a:cs typeface="Comic Sans MS" panose="030F0702030302020204" charset="0"/>
            </a:endParaRPr>
          </a:p>
          <a:p>
            <a:pPr marL="114300" lvl="0" indent="0" algn="l" rtl="0">
              <a:lnSpc>
                <a:spcPct val="150000"/>
              </a:lnSpc>
              <a:spcBef>
                <a:spcPts val="360"/>
              </a:spcBef>
              <a:spcAft>
                <a:spcPts val="0"/>
              </a:spcAft>
              <a:buSzPts val="1800"/>
              <a:buFont typeface="Wingdings" panose="05000000000000000000" charset="0"/>
              <a:buNone/>
            </a:pPr>
            <a:r>
              <a:rPr lang="en-US" altLang="en-US" sz="1800">
                <a:latin typeface="Comic Sans MS" panose="030F0702030302020204" charset="0"/>
                <a:cs typeface="Comic Sans MS" panose="030F0702030302020204" charset="0"/>
              </a:rPr>
              <a:t>User profile is categorized as 3 profiles – Admin, Doctor and patient. Admin is the one who operate the prescriptions, inventory, and manage user details. Doctor can select their free time to check the patient and add the prescription. Patient can book the appointment and view the prescription.</a:t>
            </a:r>
            <a:endParaRPr lang="en-US" altLang="en-US" sz="1800">
              <a:latin typeface="Comic Sans MS" panose="030F0702030302020204" charset="0"/>
              <a:cs typeface="Comic Sans MS" panose="030F0702030302020204" charset="0"/>
            </a:endParaRPr>
          </a:p>
          <a:p>
            <a:pPr lvl="0" algn="l" rtl="0">
              <a:lnSpc>
                <a:spcPct val="150000"/>
              </a:lnSpc>
              <a:spcBef>
                <a:spcPts val="360"/>
              </a:spcBef>
              <a:spcAft>
                <a:spcPts val="0"/>
              </a:spcAft>
              <a:buSzPts val="1800"/>
              <a:buFont typeface="Wingdings" panose="05000000000000000000" charset="0"/>
              <a:buChar char="q"/>
            </a:pPr>
            <a:endParaRPr lang="en-US" altLang="en-US" sz="1800">
              <a:latin typeface="Comic Sans MS" panose="030F0702030302020204" charset="0"/>
              <a:cs typeface="Comic Sans MS" panose="030F0702030302020204"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246380" y="97790"/>
            <a:ext cx="8804275" cy="673735"/>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CONCLUSION AND FUTURE WORK</a:t>
            </a:r>
            <a:endParaRPr lang="en-US" altLang="en-GB"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107315" y="1055370"/>
            <a:ext cx="8943975" cy="4022090"/>
          </a:xfrm>
          <a:prstGeom prst="rect">
            <a:avLst/>
          </a:prstGeom>
        </p:spPr>
        <p:txBody>
          <a:bodyPr spcFirstLastPara="1" wrap="square" lIns="91425" tIns="45700" rIns="91425" bIns="45700" anchor="t" anchorCtr="0">
            <a:noAutofit/>
          </a:bodyPr>
          <a:lstStyle/>
          <a:p>
            <a:pPr marL="114300" lvl="0" indent="0" algn="l" rtl="0">
              <a:lnSpc>
                <a:spcPct val="150000"/>
              </a:lnSpc>
              <a:spcBef>
                <a:spcPts val="360"/>
              </a:spcBef>
              <a:spcAft>
                <a:spcPts val="0"/>
              </a:spcAft>
              <a:buSzPts val="1800"/>
              <a:buFont typeface="Wingdings" panose="05000000000000000000" charset="0"/>
              <a:buNone/>
            </a:pPr>
            <a:r>
              <a:rPr lang="en-US" altLang="en-US" sz="1800">
                <a:latin typeface="Comic Sans MS" panose="030F0702030302020204" charset="0"/>
                <a:cs typeface="Comic Sans MS" panose="030F0702030302020204" charset="0"/>
              </a:rPr>
              <a:t>The Hospital Management System implemented with the MERN stack effectively solves major issues such as appointment scheduling, patient record management, prescription management, and medicine inventory management. Automating repetitive tasks and providing role-based access, the system improves the efficiency, accuracy, and accessibility of healthcare facilities. It offers an easy-to-use interface for admins, doctors, and patients, making the experience smooth across all modules. The system helps in improved organization of data, less administrative burden, and enhanced patient care through prompt access to medical information.</a:t>
            </a:r>
            <a:endParaRPr lang="en-US" altLang="en-US" sz="1800">
              <a:latin typeface="Comic Sans MS" panose="030F0702030302020204" charset="0"/>
              <a:cs typeface="Comic Sans MS" panose="030F07020303020202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246380" y="97790"/>
            <a:ext cx="8804275" cy="673735"/>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CONCLUSION AND FUTURE WORK...</a:t>
            </a:r>
            <a:endParaRPr lang="en-US" altLang="en-GB"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107315" y="1055370"/>
            <a:ext cx="8943975" cy="4022090"/>
          </a:xfrm>
          <a:prstGeom prst="rect">
            <a:avLst/>
          </a:prstGeom>
        </p:spPr>
        <p:txBody>
          <a:bodyPr spcFirstLastPara="1" wrap="square" lIns="91425" tIns="45700" rIns="91425" bIns="45700" anchor="t" anchorCtr="0">
            <a:noAutofit/>
          </a:bodyPr>
          <a:lstStyle/>
          <a:p>
            <a:pPr marL="114300" lvl="0" indent="0" algn="l" rtl="0">
              <a:lnSpc>
                <a:spcPct val="150000"/>
              </a:lnSpc>
              <a:spcBef>
                <a:spcPts val="360"/>
              </a:spcBef>
              <a:spcAft>
                <a:spcPts val="0"/>
              </a:spcAft>
              <a:buSzPts val="1800"/>
              <a:buFont typeface="Wingdings" panose="05000000000000000000" charset="0"/>
              <a:buNone/>
            </a:pPr>
            <a:r>
              <a:rPr lang="en-US" altLang="en-US" sz="1800" u="sng">
                <a:latin typeface="Algerian" panose="04020705040A02060702" charset="0"/>
                <a:cs typeface="Algerian" panose="04020705040A02060702" charset="0"/>
              </a:rPr>
              <a:t>Future Work</a:t>
            </a:r>
            <a:endParaRPr lang="en-US" altLang="en-US" sz="1800" u="sng">
              <a:latin typeface="Algerian" panose="04020705040A02060702" charset="0"/>
              <a:cs typeface="Algerian" panose="04020705040A02060702" charset="0"/>
            </a:endParaRPr>
          </a:p>
          <a:p>
            <a:pPr marL="114300" lvl="0" indent="0" algn="l" rtl="0">
              <a:lnSpc>
                <a:spcPct val="150000"/>
              </a:lnSpc>
              <a:spcBef>
                <a:spcPts val="360"/>
              </a:spcBef>
              <a:spcAft>
                <a:spcPts val="0"/>
              </a:spcAft>
              <a:buSzPts val="1800"/>
              <a:buFont typeface="Wingdings" panose="05000000000000000000" charset="0"/>
              <a:buNone/>
            </a:pPr>
            <a:r>
              <a:rPr lang="en-US" altLang="en-US" sz="1800">
                <a:latin typeface="Comic Sans MS" panose="030F0702030302020204" charset="0"/>
                <a:cs typeface="Comic Sans MS" panose="030F0702030302020204" charset="0"/>
              </a:rPr>
              <a:t>Developing an online payment module for appointment scheduling and inventory. Creating laboratory page in the future and to install a module for the patient to schedule for lab tests and produce reports and consult doctor. Developing an app for android and iOS to make the application more accessible so that individuals can use it conveniently in a vast array of various people. And lastly, to include regional languages such that users who cannot read English also be able to use the application.</a:t>
            </a:r>
            <a:endParaRPr lang="en-US" altLang="en-US" sz="1800">
              <a:latin typeface="Comic Sans MS" panose="030F0702030302020204" charset="0"/>
              <a:cs typeface="Comic Sans MS" panose="030F0702030302020204" charset="0"/>
            </a:endParaRPr>
          </a:p>
          <a:p>
            <a:pPr marL="114300" lvl="0" indent="0" algn="l" rtl="0">
              <a:lnSpc>
                <a:spcPct val="150000"/>
              </a:lnSpc>
              <a:spcBef>
                <a:spcPts val="360"/>
              </a:spcBef>
              <a:spcAft>
                <a:spcPts val="0"/>
              </a:spcAft>
              <a:buSzPts val="1800"/>
              <a:buFont typeface="Wingdings" panose="05000000000000000000" charset="0"/>
              <a:buNone/>
            </a:pPr>
            <a:endParaRPr lang="en-US" altLang="en-US" sz="1800">
              <a:latin typeface="Comic Sans MS" panose="030F0702030302020204" charset="0"/>
              <a:cs typeface="Comic Sans MS" panose="030F0702030302020204"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53" name="Shape 53"/>
        <p:cNvGrpSpPr/>
        <p:nvPr/>
      </p:nvGrpSpPr>
      <p:grpSpPr>
        <a:xfrm>
          <a:off x="0" y="0"/>
          <a:ext cx="0" cy="0"/>
          <a:chOff x="0" y="0"/>
          <a:chExt cx="0" cy="0"/>
        </a:xfrm>
      </p:grpSpPr>
      <p:sp>
        <p:nvSpPr>
          <p:cNvPr id="54" name="Google Shape;54;p14"/>
          <p:cNvSpPr txBox="1"/>
          <p:nvPr>
            <p:ph type="title"/>
          </p:nvPr>
        </p:nvSpPr>
        <p:spPr>
          <a:xfrm>
            <a:off x="484505" y="212090"/>
            <a:ext cx="8428990" cy="63754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3400" u="sng">
                <a:latin typeface="Algerian" panose="04020705040A02060702"/>
                <a:ea typeface="Algerian" panose="04020705040A02060702"/>
                <a:cs typeface="Algerian" panose="04020705040A02060702"/>
                <a:sym typeface="Algerian" panose="04020705040A02060702"/>
              </a:rPr>
              <a:t>reference links</a:t>
            </a:r>
            <a:r>
              <a:rPr lang="en-GB" sz="3400" u="sng">
                <a:latin typeface="Algerian" panose="04020705040A02060702"/>
                <a:ea typeface="Algerian" panose="04020705040A02060702"/>
                <a:cs typeface="Algerian" panose="04020705040A02060702"/>
                <a:sym typeface="Algerian" panose="04020705040A02060702"/>
              </a:rPr>
              <a:t> </a:t>
            </a:r>
            <a:endParaRPr sz="3400" u="sng">
              <a:latin typeface="Algerian" panose="04020705040A02060702"/>
              <a:ea typeface="Algerian" panose="04020705040A02060702"/>
              <a:cs typeface="Algerian" panose="04020705040A02060702"/>
              <a:sym typeface="Algerian" panose="04020705040A02060702"/>
            </a:endParaRPr>
          </a:p>
        </p:txBody>
      </p:sp>
      <p:sp>
        <p:nvSpPr>
          <p:cNvPr id="55" name="Google Shape;55;p14"/>
          <p:cNvSpPr txBox="1"/>
          <p:nvPr>
            <p:ph type="body" idx="1"/>
          </p:nvPr>
        </p:nvSpPr>
        <p:spPr>
          <a:xfrm>
            <a:off x="484505" y="1719580"/>
            <a:ext cx="8428990" cy="1810385"/>
          </a:xfrm>
          <a:prstGeom prst="rect">
            <a:avLst/>
          </a:prstGeom>
        </p:spPr>
        <p:txBody>
          <a:bodyPr spcFirstLastPara="1" wrap="square" lIns="91425" tIns="45700" rIns="91425" bIns="45700" anchor="t" anchorCtr="0">
            <a:noAutofit/>
          </a:bodyPr>
          <a:lstStyle/>
          <a:p>
            <a:pPr lvl="0" algn="l" rtl="0">
              <a:lnSpc>
                <a:spcPct val="150000"/>
              </a:lnSpc>
              <a:spcBef>
                <a:spcPts val="360"/>
              </a:spcBef>
              <a:spcAft>
                <a:spcPts val="0"/>
              </a:spcAft>
              <a:buSzPts val="1800"/>
              <a:buFont typeface="Wingdings" panose="05000000000000000000" charset="0"/>
              <a:buChar char="q"/>
            </a:pPr>
            <a:r>
              <a:rPr lang="en-US" sz="1800">
                <a:latin typeface="Comic Sans MS" panose="030F0702030302020204" charset="0"/>
                <a:cs typeface="Comic Sans MS" panose="030F0702030302020204" charset="0"/>
              </a:rPr>
              <a:t>Github Repository Link</a:t>
            </a:r>
            <a:endParaRPr lang="en-US" sz="1800">
              <a:latin typeface="Comic Sans MS" panose="030F0702030302020204" charset="0"/>
              <a:cs typeface="Comic Sans MS" panose="030F0702030302020204" charset="0"/>
            </a:endParaRPr>
          </a:p>
          <a:p>
            <a:pPr marL="114300" lvl="0" indent="457200" algn="l" rtl="0">
              <a:lnSpc>
                <a:spcPct val="150000"/>
              </a:lnSpc>
              <a:spcBef>
                <a:spcPts val="360"/>
              </a:spcBef>
              <a:spcAft>
                <a:spcPts val="0"/>
              </a:spcAft>
              <a:buSzPts val="1800"/>
              <a:buFont typeface="Wingdings" panose="05000000000000000000" charset="0"/>
              <a:buNone/>
            </a:pPr>
            <a:r>
              <a:rPr lang="en-US" sz="1800">
                <a:latin typeface="Comic Sans MS" panose="030F0702030302020204" charset="0"/>
                <a:cs typeface="Comic Sans MS" panose="030F0702030302020204" charset="0"/>
              </a:rPr>
              <a:t>https://github.com/Sahithya132002/Final-Year-Project</a:t>
            </a:r>
            <a:endParaRPr lang="en-US" sz="1800">
              <a:latin typeface="Comic Sans MS" panose="030F0702030302020204" charset="0"/>
              <a:cs typeface="Comic Sans MS" panose="030F0702030302020204" charset="0"/>
            </a:endParaRPr>
          </a:p>
          <a:p>
            <a:pPr marL="114300" lvl="0" indent="457200" algn="l" rtl="0">
              <a:lnSpc>
                <a:spcPct val="150000"/>
              </a:lnSpc>
              <a:spcBef>
                <a:spcPts val="360"/>
              </a:spcBef>
              <a:spcAft>
                <a:spcPts val="0"/>
              </a:spcAft>
              <a:buSzPts val="1800"/>
              <a:buFont typeface="Wingdings" panose="05000000000000000000" charset="0"/>
              <a:buNone/>
            </a:pPr>
            <a:endParaRPr lang="en-US" sz="1800" dirty="0">
              <a:solidFill>
                <a:schemeClr val="bg1"/>
              </a:solidFill>
              <a:latin typeface="Comic Sans MS" panose="030F0702030302020204" charset="0"/>
              <a:ea typeface="Calibri" panose="020F0502020204030204"/>
              <a:cs typeface="Comic Sans MS" panose="030F0702030302020204" charset="0"/>
              <a:sym typeface="Calibri" panose="020F0502020204030204"/>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47" name="Shape 47"/>
        <p:cNvGrpSpPr/>
        <p:nvPr/>
      </p:nvGrpSpPr>
      <p:grpSpPr>
        <a:xfrm>
          <a:off x="0" y="0"/>
          <a:ext cx="0" cy="0"/>
          <a:chOff x="0" y="0"/>
          <a:chExt cx="0" cy="0"/>
        </a:xfrm>
      </p:grpSpPr>
      <p:sp>
        <p:nvSpPr>
          <p:cNvPr id="48" name="Google Shape;48;p13"/>
          <p:cNvSpPr txBox="1"/>
          <p:nvPr>
            <p:ph type="ctrTitle"/>
          </p:nvPr>
        </p:nvSpPr>
        <p:spPr>
          <a:xfrm>
            <a:off x="2559685" y="2042795"/>
            <a:ext cx="4024630" cy="1057910"/>
          </a:xfrm>
          <a:prstGeom prst="rect">
            <a:avLst/>
          </a:prstGeom>
        </p:spPr>
        <p:txBody>
          <a:bodyPr spcFirstLastPara="1" wrap="square" lIns="91425" tIns="45700" rIns="91425" bIns="45700" anchor="ctr" anchorCtr="0">
            <a:noAutofit/>
          </a:bodyPr>
          <a:lstStyle/>
          <a:p>
            <a:pPr marL="0" lvl="0" indent="0" algn="ctr" rtl="0">
              <a:spcBef>
                <a:spcPts val="0"/>
              </a:spcBef>
              <a:spcAft>
                <a:spcPts val="0"/>
              </a:spcAft>
              <a:buNone/>
            </a:pPr>
            <a:r>
              <a:rPr lang="en-US" altLang="en-GB" sz="4000" b="0">
                <a:latin typeface="Algerian" panose="04020705040A02060702" charset="0"/>
                <a:ea typeface="Algerian" panose="04020705040A02060702"/>
                <a:cs typeface="Algerian" panose="04020705040A02060702" charset="0"/>
                <a:sym typeface="Algerian" panose="04020705040A02060702"/>
              </a:rPr>
              <a:t>thank you</a:t>
            </a:r>
            <a:r>
              <a:rPr lang="en-GB" sz="4000" b="0">
                <a:latin typeface="Algerian" panose="04020705040A02060702" charset="0"/>
                <a:ea typeface="Algerian" panose="04020705040A02060702"/>
                <a:cs typeface="Algerian" panose="04020705040A02060702" charset="0"/>
                <a:sym typeface="Algerian" panose="04020705040A02060702"/>
              </a:rPr>
              <a:t> </a:t>
            </a:r>
            <a:endParaRPr sz="4000" b="0">
              <a:latin typeface="Algerian" panose="04020705040A02060702" charset="0"/>
              <a:ea typeface="Algerian" panose="04020705040A02060702"/>
              <a:cs typeface="Algerian" panose="04020705040A02060702" charset="0"/>
              <a:sym typeface="Algerian" panose="04020705040A02060702"/>
            </a:endParaRPr>
          </a:p>
        </p:txBody>
      </p:sp>
    </p:spTree>
  </p:cSld>
  <p:clrMapOvr>
    <a:masterClrMapping/>
  </p:clrMapOvr>
</p:sld>
</file>

<file path=ppt/theme/theme1.xml><?xml version="1.0" encoding="utf-8"?>
<a:theme xmlns:a="http://schemas.openxmlformats.org/drawingml/2006/main" name="template">
  <a:themeElements>
    <a:clrScheme name="template 13">
      <a:dk1>
        <a:srgbClr val="4D4D4D"/>
      </a:dk1>
      <a:lt1>
        <a:srgbClr val="FFFFFF"/>
      </a:lt1>
      <a:dk2>
        <a:srgbClr val="000000"/>
      </a:dk2>
      <a:lt2>
        <a:srgbClr val="043000"/>
      </a:lt2>
      <a:accent1>
        <a:srgbClr val="33A900"/>
      </a:accent1>
      <a:accent2>
        <a:srgbClr val="525B56"/>
      </a:accent2>
      <a:accent3>
        <a:srgbClr val="FFFFFF"/>
      </a:accent3>
      <a:accent4>
        <a:srgbClr val="404040"/>
      </a:accent4>
      <a:accent5>
        <a:srgbClr val="ADD1AA"/>
      </a:accent5>
      <a:accent6>
        <a:srgbClr val="49524D"/>
      </a:accent6>
      <a:hlink>
        <a:srgbClr val="747D79"/>
      </a:hlink>
      <a:folHlink>
        <a:srgbClr val="EAEAE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8589</Words>
  <Application>WPS Slides</Application>
  <PresentationFormat/>
  <Paragraphs>153</Paragraphs>
  <Slides>23</Slides>
  <Notes>0</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23</vt:i4>
      </vt:variant>
    </vt:vector>
  </HeadingPairs>
  <TitlesOfParts>
    <vt:vector size="42" baseType="lpstr">
      <vt:lpstr>Arial</vt:lpstr>
      <vt:lpstr>SimSun</vt:lpstr>
      <vt:lpstr>Wingdings</vt:lpstr>
      <vt:lpstr>Arial</vt:lpstr>
      <vt:lpstr>Algerian</vt:lpstr>
      <vt:lpstr>Helmet</vt:lpstr>
      <vt:lpstr>Yu Gothic</vt:lpstr>
      <vt:lpstr>Comic Sans MS</vt:lpstr>
      <vt:lpstr>Merriweather</vt:lpstr>
      <vt:lpstr>Cambria Math</vt:lpstr>
      <vt:lpstr>Algerian</vt:lpstr>
      <vt:lpstr>Wingdings</vt:lpstr>
      <vt:lpstr>Open Sans</vt:lpstr>
      <vt:lpstr>Segoe Print</vt:lpstr>
      <vt:lpstr>Calibri</vt:lpstr>
      <vt:lpstr>Microsoft YaHei</vt:lpstr>
      <vt:lpstr>Arial Unicode MS</vt:lpstr>
      <vt:lpstr>Times New Roman</vt:lpstr>
      <vt:lpstr>template</vt:lpstr>
      <vt:lpstr>HOSPITAL Management System​ USING MERN STACK</vt:lpstr>
      <vt:lpstr>Overview </vt:lpstr>
      <vt:lpstr>introduction </vt:lpstr>
      <vt:lpstr>introduction... </vt:lpstr>
      <vt:lpstr>PowerPoint 演示文稿</vt:lpstr>
      <vt:lpstr>gaps identified</vt:lpstr>
      <vt:lpstr>objectives</vt:lpstr>
      <vt:lpstr>problem statement</vt:lpstr>
      <vt:lpstr>objectives</vt:lpstr>
      <vt:lpstr>HARDWARE REQUIREMENTS</vt:lpstr>
      <vt:lpstr>proposed  architecture</vt:lpstr>
      <vt:lpstr>METHODOLOGY ADAPTED</vt:lpstr>
      <vt:lpstr>METHODOLOGY ADAPTED...</vt:lpstr>
      <vt:lpstr>METHODOLOGY ADAPTED...</vt:lpstr>
      <vt:lpstr>METHODOLOGY ADAPTED...</vt:lpstr>
      <vt:lpstr>RESULTS AND DISCUSSION</vt:lpstr>
      <vt:lpstr>PowerPoint 演示文稿</vt:lpstr>
      <vt:lpstr>RESULTS AND DISCUSSION</vt:lpstr>
      <vt:lpstr>RESULTS AND DISCUSSION...</vt:lpstr>
      <vt:lpstr>RESULTS AND DISCUSSION...</vt:lpstr>
      <vt:lpstr>CONCLUSION AND FUTURE WORK</vt:lpstr>
      <vt:lpstr>reference links </vt:lpstr>
      <vt:lpstr>thank you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Odyssey  Learning Management System​ </dc:title>
  <dc:creator/>
  <cp:lastModifiedBy>Bhaskara Sahithya</cp:lastModifiedBy>
  <cp:revision>41</cp:revision>
  <dcterms:created xsi:type="dcterms:W3CDTF">2023-10-17T15:33:00Z</dcterms:created>
  <dcterms:modified xsi:type="dcterms:W3CDTF">2025-04-11T09:37:09Z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0E299FB02BB04EFEADDFC2255BBFB933_13</vt:lpwstr>
  </property>
  <property fmtid="{D5CDD505-2E9C-101B-9397-08002B2CF9AE}" pid="3" name="KSOProductBuildVer">
    <vt:lpwstr>1033-12.2.0.20782</vt:lpwstr>
  </property>
  <property fmtid="{D5CDD505-2E9C-101B-9397-08002B2CF9AE}" pid="4" name="NXPowerLiteLastOptimized">
    <vt:lpwstr>533438</vt:lpwstr>
  </property>
  <property fmtid="{D5CDD505-2E9C-101B-9397-08002B2CF9AE}" pid="5" name="NXPowerLiteSettings">
    <vt:lpwstr>F7000400038000</vt:lpwstr>
  </property>
  <property fmtid="{D5CDD505-2E9C-101B-9397-08002B2CF9AE}" pid="6" name="NXPowerLiteVersion">
    <vt:lpwstr>S10.0.0</vt:lpwstr>
  </property>
</Properties>
</file>