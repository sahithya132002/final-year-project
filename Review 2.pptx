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fonts/font1.fntdata" ContentType="application/x-fontdata"/>
  <Override PartName="/ppt/fonts/font10.fntdata" ContentType="application/x-fontdata"/>
  <Override PartName="/ppt/fonts/font11.fntdata" ContentType="application/x-fontdata"/>
  <Override PartName="/ppt/fonts/font2.fntdata" ContentType="application/x-fontdata"/>
  <Override PartName="/ppt/fonts/font3.fntdata" ContentType="application/x-fontdata"/>
  <Override PartName="/ppt/fonts/font4.fntdata" ContentType="application/x-fontdata"/>
  <Override PartName="/ppt/fonts/font5.fntdata" ContentType="application/x-fontdata"/>
  <Override PartName="/ppt/fonts/font6.fntdata" ContentType="application/x-fontdata"/>
  <Override PartName="/ppt/fonts/font7.fntdata" ContentType="application/x-fontdata"/>
  <Override PartName="/ppt/fonts/font8.fntdata" ContentType="application/x-fontdata"/>
  <Override PartName="/ppt/fonts/font9.fntdata" ContentType="application/x-fontdata"/>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Lst>
  <p:notesMasterIdLst>
    <p:notesMasterId r:id="rId4"/>
  </p:notesMasterIdLst>
  <p:sldIdLst>
    <p:sldId id="256" r:id="rId3"/>
    <p:sldId id="257" r:id="rId5"/>
    <p:sldId id="275" r:id="rId6"/>
    <p:sldId id="305" r:id="rId7"/>
    <p:sldId id="314" r:id="rId8"/>
    <p:sldId id="291" r:id="rId9"/>
    <p:sldId id="307" r:id="rId10"/>
    <p:sldId id="292" r:id="rId11"/>
    <p:sldId id="308" r:id="rId12"/>
    <p:sldId id="297" r:id="rId13"/>
    <p:sldId id="300" r:id="rId14"/>
    <p:sldId id="323" r:id="rId15"/>
    <p:sldId id="302" r:id="rId16"/>
    <p:sldId id="303" r:id="rId17"/>
  </p:sldIdLst>
  <p:sldSz cx="9144000" cy="5143500"/>
  <p:notesSz cx="6858000" cy="9144000"/>
  <p:embeddedFontLst>
    <p:embeddedFont>
      <p:font typeface="Algerian" panose="04020705040A02060702" charset="0"/>
      <p:regular r:id="rId21"/>
    </p:embeddedFont>
    <p:embeddedFont>
      <p:font typeface="Comic Sans MS" panose="030F0702030302020204" charset="0"/>
      <p:regular r:id="rId22"/>
      <p:bold r:id="rId23"/>
      <p:italic r:id="rId24"/>
      <p:boldItalic r:id="rId25"/>
    </p:embeddedFont>
    <p:embeddedFont>
      <p:font typeface="Merriweather" panose="00000500000000000000"/>
      <p:regular r:id="rId26"/>
      <p:bold r:id="rId27"/>
      <p:italic r:id="rId28"/>
      <p:boldItalic r:id="rId29"/>
    </p:embeddedFont>
    <p:embeddedFont>
      <p:font typeface="Cambria Math" panose="02040503050406030204"/>
      <p:regular r:id="rId30"/>
    </p:embeddedFont>
    <p:embeddedFont>
      <p:font typeface="Algerian" panose="04020705040A02060702"/>
      <p:regular r:id="rId31"/>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defaultTextStyle>
  <p:extLst>
    <p:ext uri="{EFAFB233-063F-42B5-8137-9DF3F51BA10A}">
      <p15:sldGuideLst xmlns:p15="http://schemas.microsoft.com/office/powerpoint/2012/main">
        <p15:guide id="1" orient="horz" pos="1620" userDrawn="1">
          <p15:clr>
            <a:srgbClr val="A4A3A4"/>
          </p15:clr>
        </p15:guide>
        <p15:guide id="2" pos="2802"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showComments="0">
  <p:normalViewPr>
    <p:restoredLeft sz="15620"/>
    <p:restoredTop sz="94660"/>
  </p:normalViewPr>
  <p:slideViewPr>
    <p:cSldViewPr snapToGrid="0" showGuides="1">
      <p:cViewPr varScale="1">
        <p:scale>
          <a:sx n="100" d="100"/>
          <a:sy n="100" d="100"/>
        </p:scale>
        <p:origin x="0" y="0"/>
      </p:cViewPr>
      <p:guideLst>
        <p:guide orient="horz" pos="1620"/>
        <p:guide pos="2802"/>
      </p:guideLst>
    </p:cSldViewPr>
  </p:slide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 Type="http://schemas.openxmlformats.org/officeDocument/2006/relationships/slide" Target="slides/slide4.xml"/><Relationship Id="rId6" Type="http://schemas.openxmlformats.org/officeDocument/2006/relationships/slide" Target="slides/slide3.xml"/><Relationship Id="rId5" Type="http://schemas.openxmlformats.org/officeDocument/2006/relationships/slide" Target="slides/slide2.xml"/><Relationship Id="rId4" Type="http://schemas.openxmlformats.org/officeDocument/2006/relationships/notesMaster" Target="notesMasters/notesMaster1.xml"/><Relationship Id="rId31" Type="http://schemas.openxmlformats.org/officeDocument/2006/relationships/font" Target="fonts/font11.fntdata"/><Relationship Id="rId30" Type="http://schemas.openxmlformats.org/officeDocument/2006/relationships/font" Target="fonts/font10.fntdata"/><Relationship Id="rId3" Type="http://schemas.openxmlformats.org/officeDocument/2006/relationships/slide" Target="slides/slide1.xml"/><Relationship Id="rId29" Type="http://schemas.openxmlformats.org/officeDocument/2006/relationships/font" Target="fonts/font9.fntdata"/><Relationship Id="rId28" Type="http://schemas.openxmlformats.org/officeDocument/2006/relationships/font" Target="fonts/font8.fntdata"/><Relationship Id="rId27" Type="http://schemas.openxmlformats.org/officeDocument/2006/relationships/font" Target="fonts/font7.fntdata"/><Relationship Id="rId26" Type="http://schemas.openxmlformats.org/officeDocument/2006/relationships/font" Target="fonts/font6.fntdata"/><Relationship Id="rId25" Type="http://schemas.openxmlformats.org/officeDocument/2006/relationships/font" Target="fonts/font5.fntdata"/><Relationship Id="rId24" Type="http://schemas.openxmlformats.org/officeDocument/2006/relationships/font" Target="fonts/font4.fntdata"/><Relationship Id="rId23" Type="http://schemas.openxmlformats.org/officeDocument/2006/relationships/font" Target="fonts/font3.fntdata"/><Relationship Id="rId22" Type="http://schemas.openxmlformats.org/officeDocument/2006/relationships/font" Target="fonts/font2.fntdata"/><Relationship Id="rId21" Type="http://schemas.openxmlformats.org/officeDocument/2006/relationships/font" Target="fonts/font1.fntdata"/><Relationship Id="rId20" Type="http://schemas.openxmlformats.org/officeDocument/2006/relationships/tableStyles" Target="tableStyles.xml"/><Relationship Id="rId2" Type="http://schemas.openxmlformats.org/officeDocument/2006/relationships/theme" Target="theme/theme1.xml"/><Relationship Id="rId19" Type="http://schemas.openxmlformats.org/officeDocument/2006/relationships/viewProps" Target="viewProps.xml"/><Relationship Id="rId18" Type="http://schemas.openxmlformats.org/officeDocument/2006/relationships/presProps" Target="presProps.xml"/><Relationship Id="rId17" Type="http://schemas.openxmlformats.org/officeDocument/2006/relationships/slide" Target="slides/slide14.xml"/><Relationship Id="rId16" Type="http://schemas.openxmlformats.org/officeDocument/2006/relationships/slide" Target="slides/slide13.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2" name="Shape 2"/>
        <p:cNvGrpSpPr/>
        <p:nvPr/>
      </p:nvGrpSpPr>
      <p:grpSpPr>
        <a:xfrm>
          <a:off x="0" y="0"/>
          <a:ext cx="0" cy="0"/>
          <a:chOff x="0" y="0"/>
          <a:chExt cx="0" cy="0"/>
        </a:xfrm>
      </p:grpSpPr>
      <p:sp>
        <p:nvSpPr>
          <p:cNvPr id="3" name="Google Shape;3;n"/>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4.xml"/></Relationships>
</file>

<file path=ppt/notesSlides/notesSlide1.xml><?xml version="1.0" encoding="utf-8"?>
<p:notes xmlns:a="http://schemas.openxmlformats.org/drawingml/2006/main" xmlns:r="http://schemas.openxmlformats.org/officeDocument/2006/relationships" xmlns:p="http://schemas.openxmlformats.org/presentationml/2006/main" showMasterPhAnim="0" showMasterSp="0">
  <p:cSld>
    <p:spTree>
      <p:nvGrpSpPr>
        <p:cNvPr id="44" name="Shape 44"/>
        <p:cNvGrpSpPr/>
        <p:nvPr/>
      </p:nvGrpSpPr>
      <p:grpSpPr>
        <a:xfrm>
          <a:off x="0" y="0"/>
          <a:ext cx="0" cy="0"/>
          <a:chOff x="0" y="0"/>
          <a:chExt cx="0" cy="0"/>
        </a:xfrm>
      </p:grpSpPr>
      <p:sp>
        <p:nvSpPr>
          <p:cNvPr id="45" name="Google Shape;45;p:notes"/>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 name="Google Shape;46;p: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PhAnim="0" showMasterSp="0">
  <p:cSld>
    <p:spTree>
      <p:nvGrpSpPr>
        <p:cNvPr id="50" name="Shape 50"/>
        <p:cNvGrpSpPr/>
        <p:nvPr/>
      </p:nvGrpSpPr>
      <p:grpSpPr>
        <a:xfrm>
          <a:off x="0" y="0"/>
          <a:ext cx="0" cy="0"/>
          <a:chOff x="0" y="0"/>
          <a:chExt cx="0" cy="0"/>
        </a:xfrm>
      </p:grpSpPr>
      <p:sp>
        <p:nvSpPr>
          <p:cNvPr id="51" name="Google Shape;51;gaa74f48cca_3_44: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gaa74f48cca_3_44: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PhAnim="0" showMasterSp="0">
  <p:cSld>
    <p:spTree>
      <p:nvGrpSpPr>
        <p:cNvPr id="50" name="Shape 50"/>
        <p:cNvGrpSpPr/>
        <p:nvPr/>
      </p:nvGrpSpPr>
      <p:grpSpPr>
        <a:xfrm>
          <a:off x="0" y="0"/>
          <a:ext cx="0" cy="0"/>
          <a:chOff x="0" y="0"/>
          <a:chExt cx="0" cy="0"/>
        </a:xfrm>
      </p:grpSpPr>
      <p:sp>
        <p:nvSpPr>
          <p:cNvPr id="51" name="Google Shape;51;gaa74f48cca_3_44: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gaa74f48cca_3_44: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PhAnim="0" showMasterSp="0">
  <p:cSld>
    <p:spTree>
      <p:nvGrpSpPr>
        <p:cNvPr id="50" name="Shape 50"/>
        <p:cNvGrpSpPr/>
        <p:nvPr/>
      </p:nvGrpSpPr>
      <p:grpSpPr>
        <a:xfrm>
          <a:off x="0" y="0"/>
          <a:ext cx="0" cy="0"/>
          <a:chOff x="0" y="0"/>
          <a:chExt cx="0" cy="0"/>
        </a:xfrm>
      </p:grpSpPr>
      <p:sp>
        <p:nvSpPr>
          <p:cNvPr id="51" name="Google Shape;51;gaa74f48cca_3_44: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gaa74f48cca_3_44: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PhAnim="0" showMasterSp="0">
  <p:cSld>
    <p:spTree>
      <p:nvGrpSpPr>
        <p:cNvPr id="50" name="Shape 50"/>
        <p:cNvGrpSpPr/>
        <p:nvPr/>
      </p:nvGrpSpPr>
      <p:grpSpPr>
        <a:xfrm>
          <a:off x="0" y="0"/>
          <a:ext cx="0" cy="0"/>
          <a:chOff x="0" y="0"/>
          <a:chExt cx="0" cy="0"/>
        </a:xfrm>
      </p:grpSpPr>
      <p:sp>
        <p:nvSpPr>
          <p:cNvPr id="51" name="Google Shape;51;gaa74f48cca_3_44: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gaa74f48cca_3_44: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PhAnim="0" showMasterSp="0">
  <p:cSld>
    <p:spTree>
      <p:nvGrpSpPr>
        <p:cNvPr id="50" name="Shape 50"/>
        <p:cNvGrpSpPr/>
        <p:nvPr/>
      </p:nvGrpSpPr>
      <p:grpSpPr>
        <a:xfrm>
          <a:off x="0" y="0"/>
          <a:ext cx="0" cy="0"/>
          <a:chOff x="0" y="0"/>
          <a:chExt cx="0" cy="0"/>
        </a:xfrm>
      </p:grpSpPr>
      <p:sp>
        <p:nvSpPr>
          <p:cNvPr id="51" name="Google Shape;51;gaa74f48cca_3_44: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gaa74f48cca_3_44: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PhAnim="0" showMasterSp="0">
  <p:cSld>
    <p:spTree>
      <p:nvGrpSpPr>
        <p:cNvPr id="50" name="Shape 50"/>
        <p:cNvGrpSpPr/>
        <p:nvPr/>
      </p:nvGrpSpPr>
      <p:grpSpPr>
        <a:xfrm>
          <a:off x="0" y="0"/>
          <a:ext cx="0" cy="0"/>
          <a:chOff x="0" y="0"/>
          <a:chExt cx="0" cy="0"/>
        </a:xfrm>
      </p:grpSpPr>
      <p:sp>
        <p:nvSpPr>
          <p:cNvPr id="51" name="Google Shape;51;gaa74f48cca_3_44: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gaa74f48cca_3_44: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PhAnim="0" showMasterSp="0">
  <p:cSld>
    <p:spTree>
      <p:nvGrpSpPr>
        <p:cNvPr id="50" name="Shape 50"/>
        <p:cNvGrpSpPr/>
        <p:nvPr/>
      </p:nvGrpSpPr>
      <p:grpSpPr>
        <a:xfrm>
          <a:off x="0" y="0"/>
          <a:ext cx="0" cy="0"/>
          <a:chOff x="0" y="0"/>
          <a:chExt cx="0" cy="0"/>
        </a:xfrm>
      </p:grpSpPr>
      <p:sp>
        <p:nvSpPr>
          <p:cNvPr id="51" name="Google Shape;51;gaa74f48cca_3_44: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gaa74f48cca_3_44: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PhAnim="0" showMasterSp="0">
  <p:cSld>
    <p:spTree>
      <p:nvGrpSpPr>
        <p:cNvPr id="50" name="Shape 50"/>
        <p:cNvGrpSpPr/>
        <p:nvPr/>
      </p:nvGrpSpPr>
      <p:grpSpPr>
        <a:xfrm>
          <a:off x="0" y="0"/>
          <a:ext cx="0" cy="0"/>
          <a:chOff x="0" y="0"/>
          <a:chExt cx="0" cy="0"/>
        </a:xfrm>
      </p:grpSpPr>
      <p:sp>
        <p:nvSpPr>
          <p:cNvPr id="51" name="Google Shape;51;gaa74f48cca_3_44: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gaa74f48cca_3_44: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PhAnim="0" showMasterSp="0">
  <p:cSld>
    <p:spTree>
      <p:nvGrpSpPr>
        <p:cNvPr id="50" name="Shape 50"/>
        <p:cNvGrpSpPr/>
        <p:nvPr/>
      </p:nvGrpSpPr>
      <p:grpSpPr>
        <a:xfrm>
          <a:off x="0" y="0"/>
          <a:ext cx="0" cy="0"/>
          <a:chOff x="0" y="0"/>
          <a:chExt cx="0" cy="0"/>
        </a:xfrm>
      </p:grpSpPr>
      <p:sp>
        <p:nvSpPr>
          <p:cNvPr id="51" name="Google Shape;51;gaa74f48cca_3_44: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gaa74f48cca_3_44: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PhAnim="0" showMasterSp="0">
  <p:cSld>
    <p:spTree>
      <p:nvGrpSpPr>
        <p:cNvPr id="50" name="Shape 50"/>
        <p:cNvGrpSpPr/>
        <p:nvPr/>
      </p:nvGrpSpPr>
      <p:grpSpPr>
        <a:xfrm>
          <a:off x="0" y="0"/>
          <a:ext cx="0" cy="0"/>
          <a:chOff x="0" y="0"/>
          <a:chExt cx="0" cy="0"/>
        </a:xfrm>
      </p:grpSpPr>
      <p:sp>
        <p:nvSpPr>
          <p:cNvPr id="51" name="Google Shape;51;gaa74f48cca_3_44: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gaa74f48cca_3_44: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PhAnim="0" showMasterSp="0">
  <p:cSld>
    <p:spTree>
      <p:nvGrpSpPr>
        <p:cNvPr id="50" name="Shape 50"/>
        <p:cNvGrpSpPr/>
        <p:nvPr/>
      </p:nvGrpSpPr>
      <p:grpSpPr>
        <a:xfrm>
          <a:off x="0" y="0"/>
          <a:ext cx="0" cy="0"/>
          <a:chOff x="0" y="0"/>
          <a:chExt cx="0" cy="0"/>
        </a:xfrm>
      </p:grpSpPr>
      <p:sp>
        <p:nvSpPr>
          <p:cNvPr id="51" name="Google Shape;51;gaa74f48cca_3_44: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gaa74f48cca_3_44: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PhAnim="0" showMasterSp="0">
  <p:cSld>
    <p:spTree>
      <p:nvGrpSpPr>
        <p:cNvPr id="50" name="Shape 50"/>
        <p:cNvGrpSpPr/>
        <p:nvPr/>
      </p:nvGrpSpPr>
      <p:grpSpPr>
        <a:xfrm>
          <a:off x="0" y="0"/>
          <a:ext cx="0" cy="0"/>
          <a:chOff x="0" y="0"/>
          <a:chExt cx="0" cy="0"/>
        </a:xfrm>
      </p:grpSpPr>
      <p:sp>
        <p:nvSpPr>
          <p:cNvPr id="51" name="Google Shape;51;gaa74f48cca_3_44: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gaa74f48cca_3_44: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PhAnim="0" showMasterSp="0">
  <p:cSld>
    <p:spTree>
      <p:nvGrpSpPr>
        <p:cNvPr id="44" name="Shape 44"/>
        <p:cNvGrpSpPr/>
        <p:nvPr/>
      </p:nvGrpSpPr>
      <p:grpSpPr>
        <a:xfrm>
          <a:off x="0" y="0"/>
          <a:ext cx="0" cy="0"/>
          <a:chOff x="0" y="0"/>
          <a:chExt cx="0" cy="0"/>
        </a:xfrm>
      </p:grpSpPr>
      <p:sp>
        <p:nvSpPr>
          <p:cNvPr id="45" name="Google Shape;45;p:notes"/>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 name="Google Shape;46;p: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matchingName="Титульный слайд">
  <p:cSld name="TITLE">
    <p:bg>
      <p:bgPr>
        <a:blipFill>
          <a:blip r:embed="rId2"/>
          <a:stretch>
            <a:fillRect/>
          </a:stretch>
        </a:blipFill>
        <a:effectLst/>
      </p:bgPr>
    </p:bg>
    <p:spTree>
      <p:nvGrpSpPr>
        <p:cNvPr id="8" name="Shape 8"/>
        <p:cNvGrpSpPr/>
        <p:nvPr/>
      </p:nvGrpSpPr>
      <p:grpSpPr>
        <a:xfrm>
          <a:off x="0" y="0"/>
          <a:ext cx="0" cy="0"/>
          <a:chOff x="0" y="0"/>
          <a:chExt cx="0" cy="0"/>
        </a:xfrm>
      </p:grpSpPr>
      <p:sp>
        <p:nvSpPr>
          <p:cNvPr id="9" name="Google Shape;9;p2"/>
          <p:cNvSpPr txBox="1"/>
          <p:nvPr>
            <p:ph type="ctrTitle"/>
          </p:nvPr>
        </p:nvSpPr>
        <p:spPr>
          <a:xfrm>
            <a:off x="179388" y="1924050"/>
            <a:ext cx="4176600" cy="670200"/>
          </a:xfrm>
          <a:prstGeom prst="rect">
            <a:avLst/>
          </a:prstGeom>
          <a:noFill/>
          <a:ln>
            <a:noFill/>
          </a:ln>
          <a:effectLst>
            <a:outerShdw dist="17961" dir="2700000" algn="ctr" rotWithShape="0">
              <a:schemeClr val="lt2"/>
            </a:outerShdw>
          </a:effectLst>
        </p:spPr>
        <p:txBody>
          <a:bodyPr spcFirstLastPara="1" wrap="square" lIns="91425" tIns="45700" rIns="91425" bIns="45700" anchor="ctr" anchorCtr="0">
            <a:noAutofit/>
          </a:bodyPr>
          <a:lstStyle>
            <a:lvl1pPr lvl="0" algn="l">
              <a:spcBef>
                <a:spcPts val="0"/>
              </a:spcBef>
              <a:spcAft>
                <a:spcPts val="0"/>
              </a:spcAft>
              <a:buSzPts val="1400"/>
              <a:buNone/>
              <a:defRPr sz="2000" b="1"/>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0" name="Google Shape;10;p2"/>
          <p:cNvSpPr txBox="1"/>
          <p:nvPr>
            <p:ph type="subTitle" idx="1"/>
          </p:nvPr>
        </p:nvSpPr>
        <p:spPr>
          <a:xfrm>
            <a:off x="179388" y="2518172"/>
            <a:ext cx="4176600" cy="377400"/>
          </a:xfrm>
          <a:prstGeom prst="rect">
            <a:avLst/>
          </a:prstGeom>
          <a:noFill/>
          <a:ln>
            <a:noFill/>
          </a:ln>
          <a:effectLst>
            <a:outerShdw dist="17961" dir="2700000" algn="ctr" rotWithShape="0">
              <a:schemeClr val="lt2"/>
            </a:outerShdw>
          </a:effectLst>
        </p:spPr>
        <p:txBody>
          <a:bodyPr spcFirstLastPara="1" wrap="square" lIns="91425" tIns="45700" rIns="91425" bIns="45700" anchor="t" anchorCtr="0">
            <a:noAutofit/>
          </a:bodyPr>
          <a:lstStyle>
            <a:lvl1pPr lvl="0" algn="l">
              <a:spcBef>
                <a:spcPts val="400"/>
              </a:spcBef>
              <a:spcAft>
                <a:spcPts val="0"/>
              </a:spcAft>
              <a:buClr>
                <a:schemeClr val="lt1"/>
              </a:buClr>
              <a:buSzPts val="2000"/>
              <a:buFont typeface="Arial" panose="020B0604020202020204"/>
              <a:buNone/>
              <a:defRPr sz="2000" b="1"/>
            </a:lvl1pPr>
            <a:lvl2pPr lvl="1" algn="l">
              <a:spcBef>
                <a:spcPts val="360"/>
              </a:spcBef>
              <a:spcAft>
                <a:spcPts val="0"/>
              </a:spcAft>
              <a:buClr>
                <a:schemeClr val="lt1"/>
              </a:buClr>
              <a:buSzPts val="1800"/>
              <a:buChar char="–"/>
              <a:defRPr/>
            </a:lvl2pPr>
            <a:lvl3pPr lvl="2" algn="l">
              <a:spcBef>
                <a:spcPts val="360"/>
              </a:spcBef>
              <a:spcAft>
                <a:spcPts val="0"/>
              </a:spcAft>
              <a:buClr>
                <a:schemeClr val="lt1"/>
              </a:buClr>
              <a:buSzPts val="1800"/>
              <a:buChar char="•"/>
              <a:defRPr/>
            </a:lvl3pPr>
            <a:lvl4pPr lvl="3" algn="l">
              <a:spcBef>
                <a:spcPts val="360"/>
              </a:spcBef>
              <a:spcAft>
                <a:spcPts val="0"/>
              </a:spcAft>
              <a:buClr>
                <a:schemeClr val="lt1"/>
              </a:buClr>
              <a:buSzPts val="1800"/>
              <a:buChar char="–"/>
              <a:defRPr/>
            </a:lvl4pPr>
            <a:lvl5pPr lvl="4" algn="l">
              <a:spcBef>
                <a:spcPts val="360"/>
              </a:spcBef>
              <a:spcAft>
                <a:spcPts val="0"/>
              </a:spcAft>
              <a:buClr>
                <a:schemeClr val="lt1"/>
              </a:buClr>
              <a:buSzPts val="1800"/>
              <a:buChar char="»"/>
              <a:defRPr/>
            </a:lvl5pPr>
            <a:lvl6pPr lvl="5" algn="l">
              <a:spcBef>
                <a:spcPts val="360"/>
              </a:spcBef>
              <a:spcAft>
                <a:spcPts val="0"/>
              </a:spcAft>
              <a:buClr>
                <a:schemeClr val="lt1"/>
              </a:buClr>
              <a:buSzPts val="1800"/>
              <a:buChar char="»"/>
              <a:defRPr/>
            </a:lvl6pPr>
            <a:lvl7pPr lvl="6" algn="l">
              <a:spcBef>
                <a:spcPts val="360"/>
              </a:spcBef>
              <a:spcAft>
                <a:spcPts val="0"/>
              </a:spcAft>
              <a:buClr>
                <a:schemeClr val="lt1"/>
              </a:buClr>
              <a:buSzPts val="1800"/>
              <a:buChar char="»"/>
              <a:defRPr/>
            </a:lvl7pPr>
            <a:lvl8pPr lvl="7" algn="l">
              <a:spcBef>
                <a:spcPts val="360"/>
              </a:spcBef>
              <a:spcAft>
                <a:spcPts val="0"/>
              </a:spcAft>
              <a:buClr>
                <a:schemeClr val="lt1"/>
              </a:buClr>
              <a:buSzPts val="1800"/>
              <a:buChar char="»"/>
              <a:defRPr/>
            </a:lvl8pPr>
            <a:lvl9pPr lvl="8" algn="l">
              <a:spcBef>
                <a:spcPts val="360"/>
              </a:spcBef>
              <a:spcAft>
                <a:spcPts val="0"/>
              </a:spcAft>
              <a:buClr>
                <a:schemeClr val="lt1"/>
              </a:buClr>
              <a:buSzPts val="1800"/>
              <a:buChar char="»"/>
              <a:defRPr/>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matchingName="Заголовок и объект">
  <p:cSld name="OBJECT">
    <p:spTree>
      <p:nvGrpSpPr>
        <p:cNvPr id="11" name="Shape 11"/>
        <p:cNvGrpSpPr/>
        <p:nvPr/>
      </p:nvGrpSpPr>
      <p:grpSpPr>
        <a:xfrm>
          <a:off x="0" y="0"/>
          <a:ext cx="0" cy="0"/>
          <a:chOff x="0" y="0"/>
          <a:chExt cx="0" cy="0"/>
        </a:xfrm>
      </p:grpSpPr>
      <p:sp>
        <p:nvSpPr>
          <p:cNvPr id="12" name="Google Shape;12;p3"/>
          <p:cNvSpPr txBox="1"/>
          <p:nvPr>
            <p:ph type="title"/>
          </p:nvPr>
        </p:nvSpPr>
        <p:spPr>
          <a:xfrm>
            <a:off x="1619250" y="195263"/>
            <a:ext cx="6408600" cy="381000"/>
          </a:xfrm>
          <a:prstGeom prst="rect">
            <a:avLst/>
          </a:prstGeom>
          <a:noFill/>
          <a:ln>
            <a:noFill/>
          </a:ln>
          <a:effectLst>
            <a:outerShdw dist="17961" dir="2700000" algn="ctr" rotWithShape="0">
              <a:schemeClr val="lt1"/>
            </a:outerShdw>
          </a:effectLst>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3" name="Google Shape;13;p3"/>
          <p:cNvSpPr txBox="1"/>
          <p:nvPr>
            <p:ph type="body" idx="1"/>
          </p:nvPr>
        </p:nvSpPr>
        <p:spPr>
          <a:xfrm>
            <a:off x="1619250" y="897731"/>
            <a:ext cx="6481800" cy="3564600"/>
          </a:xfrm>
          <a:prstGeom prst="rect">
            <a:avLst/>
          </a:prstGeom>
          <a:noFill/>
          <a:ln>
            <a:noFill/>
          </a:ln>
        </p:spPr>
        <p:txBody>
          <a:bodyPr spcFirstLastPara="1" wrap="square" lIns="91425" tIns="45700" rIns="91425" bIns="45700" anchor="t" anchorCtr="0">
            <a:noAutofit/>
          </a:bodyPr>
          <a:lstStyle>
            <a:lvl1pPr marL="457200" lvl="0" indent="-342900" algn="l">
              <a:spcBef>
                <a:spcPts val="360"/>
              </a:spcBef>
              <a:spcAft>
                <a:spcPts val="0"/>
              </a:spcAft>
              <a:buClr>
                <a:schemeClr val="lt1"/>
              </a:buClr>
              <a:buSzPts val="1800"/>
              <a:buChar char="•"/>
              <a:defRPr/>
            </a:lvl1pPr>
            <a:lvl2pPr marL="914400" lvl="1" indent="-342900" algn="l">
              <a:spcBef>
                <a:spcPts val="360"/>
              </a:spcBef>
              <a:spcAft>
                <a:spcPts val="0"/>
              </a:spcAft>
              <a:buClr>
                <a:schemeClr val="lt1"/>
              </a:buClr>
              <a:buSzPts val="1800"/>
              <a:buChar char="–"/>
              <a:defRPr/>
            </a:lvl2pPr>
            <a:lvl3pPr marL="1371600" lvl="2" indent="-342900" algn="l">
              <a:spcBef>
                <a:spcPts val="360"/>
              </a:spcBef>
              <a:spcAft>
                <a:spcPts val="0"/>
              </a:spcAft>
              <a:buClr>
                <a:schemeClr val="lt1"/>
              </a:buClr>
              <a:buSzPts val="1800"/>
              <a:buChar char="•"/>
              <a:defRPr/>
            </a:lvl3pPr>
            <a:lvl4pPr marL="1828800" lvl="3" indent="-342900" algn="l">
              <a:spcBef>
                <a:spcPts val="360"/>
              </a:spcBef>
              <a:spcAft>
                <a:spcPts val="0"/>
              </a:spcAft>
              <a:buClr>
                <a:schemeClr val="lt1"/>
              </a:buClr>
              <a:buSzPts val="1800"/>
              <a:buChar char="–"/>
              <a:defRPr/>
            </a:lvl4pPr>
            <a:lvl5pPr marL="2286000" lvl="4" indent="-342900" algn="l">
              <a:spcBef>
                <a:spcPts val="360"/>
              </a:spcBef>
              <a:spcAft>
                <a:spcPts val="0"/>
              </a:spcAft>
              <a:buClr>
                <a:schemeClr val="lt1"/>
              </a:buClr>
              <a:buSzPts val="1800"/>
              <a:buChar char="»"/>
              <a:defRPr/>
            </a:lvl5pPr>
            <a:lvl6pPr marL="2743200" lvl="5" indent="-342900" algn="l">
              <a:spcBef>
                <a:spcPts val="360"/>
              </a:spcBef>
              <a:spcAft>
                <a:spcPts val="0"/>
              </a:spcAft>
              <a:buClr>
                <a:schemeClr val="lt1"/>
              </a:buClr>
              <a:buSzPts val="1800"/>
              <a:buChar char="»"/>
              <a:defRPr/>
            </a:lvl6pPr>
            <a:lvl7pPr marL="3200400" lvl="6" indent="-342900" algn="l">
              <a:spcBef>
                <a:spcPts val="360"/>
              </a:spcBef>
              <a:spcAft>
                <a:spcPts val="0"/>
              </a:spcAft>
              <a:buClr>
                <a:schemeClr val="lt1"/>
              </a:buClr>
              <a:buSzPts val="1800"/>
              <a:buChar char="»"/>
              <a:defRPr/>
            </a:lvl7pPr>
            <a:lvl8pPr marL="3657600" lvl="7" indent="-342900" algn="l">
              <a:spcBef>
                <a:spcPts val="360"/>
              </a:spcBef>
              <a:spcAft>
                <a:spcPts val="0"/>
              </a:spcAft>
              <a:buClr>
                <a:schemeClr val="lt1"/>
              </a:buClr>
              <a:buSzPts val="1800"/>
              <a:buChar char="»"/>
              <a:defRPr/>
            </a:lvl8pPr>
            <a:lvl9pPr marL="4114800" lvl="8" indent="-342900" algn="l">
              <a:spcBef>
                <a:spcPts val="360"/>
              </a:spcBef>
              <a:spcAft>
                <a:spcPts val="0"/>
              </a:spcAft>
              <a:buClr>
                <a:schemeClr val="lt1"/>
              </a:buClr>
              <a:buSzPts val="1800"/>
              <a:buChar char="»"/>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matchingName="Заголовок раздела">
  <p:cSld name="SECTION_HEADER">
    <p:spTree>
      <p:nvGrpSpPr>
        <p:cNvPr id="14" name="Shape 14"/>
        <p:cNvGrpSpPr/>
        <p:nvPr/>
      </p:nvGrpSpPr>
      <p:grpSpPr>
        <a:xfrm>
          <a:off x="0" y="0"/>
          <a:ext cx="0" cy="0"/>
          <a:chOff x="0" y="0"/>
          <a:chExt cx="0" cy="0"/>
        </a:xfrm>
      </p:grpSpPr>
      <p:sp>
        <p:nvSpPr>
          <p:cNvPr id="15" name="Google Shape;15;p4"/>
          <p:cNvSpPr txBox="1"/>
          <p:nvPr>
            <p:ph type="title"/>
          </p:nvPr>
        </p:nvSpPr>
        <p:spPr>
          <a:xfrm>
            <a:off x="722313" y="3305175"/>
            <a:ext cx="7772400" cy="1021500"/>
          </a:xfrm>
          <a:prstGeom prst="rect">
            <a:avLst/>
          </a:prstGeom>
          <a:noFill/>
          <a:ln>
            <a:noFill/>
          </a:ln>
          <a:effectLst>
            <a:outerShdw dist="17961" dir="2700000" algn="ctr" rotWithShape="0">
              <a:schemeClr val="lt1"/>
            </a:outerShdw>
          </a:effectLst>
        </p:spPr>
        <p:txBody>
          <a:bodyPr spcFirstLastPara="1" wrap="square" lIns="91425" tIns="45700" rIns="91425" bIns="45700" anchor="t" anchorCtr="0">
            <a:noAutofit/>
          </a:bodyPr>
          <a:lstStyle>
            <a:lvl1pPr lvl="0" algn="l">
              <a:spcBef>
                <a:spcPts val="0"/>
              </a:spcBef>
              <a:spcAft>
                <a:spcPts val="0"/>
              </a:spcAft>
              <a:buSzPts val="1400"/>
              <a:buNone/>
              <a:defRPr sz="4000" b="1" cap="none"/>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6" name="Google Shape;16;p4"/>
          <p:cNvSpPr txBox="1"/>
          <p:nvPr>
            <p:ph type="body" idx="1"/>
          </p:nvPr>
        </p:nvSpPr>
        <p:spPr>
          <a:xfrm>
            <a:off x="722313" y="2180035"/>
            <a:ext cx="7772400" cy="1125000"/>
          </a:xfrm>
          <a:prstGeom prst="rect">
            <a:avLst/>
          </a:prstGeom>
          <a:noFill/>
          <a:ln>
            <a:noFill/>
          </a:ln>
        </p:spPr>
        <p:txBody>
          <a:bodyPr spcFirstLastPara="1" wrap="square" lIns="91425" tIns="45700" rIns="91425" bIns="45700" anchor="b" anchorCtr="0">
            <a:noAutofit/>
          </a:bodyPr>
          <a:lstStyle>
            <a:lvl1pPr marL="457200" lvl="0" indent="-228600" algn="l">
              <a:spcBef>
                <a:spcPts val="400"/>
              </a:spcBef>
              <a:spcAft>
                <a:spcPts val="0"/>
              </a:spcAft>
              <a:buClr>
                <a:schemeClr val="lt1"/>
              </a:buClr>
              <a:buSzPts val="2000"/>
              <a:buFont typeface="Arial" panose="020B0604020202020204"/>
              <a:buNone/>
              <a:defRPr sz="2000"/>
            </a:lvl1pPr>
            <a:lvl2pPr marL="914400" lvl="1" indent="-228600" algn="l">
              <a:spcBef>
                <a:spcPts val="360"/>
              </a:spcBef>
              <a:spcAft>
                <a:spcPts val="0"/>
              </a:spcAft>
              <a:buClr>
                <a:schemeClr val="lt1"/>
              </a:buClr>
              <a:buSzPts val="1800"/>
              <a:buFont typeface="Arial" panose="020B0604020202020204"/>
              <a:buNone/>
              <a:defRPr sz="1800"/>
            </a:lvl2pPr>
            <a:lvl3pPr marL="1371600" lvl="2" indent="-228600" algn="l">
              <a:spcBef>
                <a:spcPts val="320"/>
              </a:spcBef>
              <a:spcAft>
                <a:spcPts val="0"/>
              </a:spcAft>
              <a:buClr>
                <a:schemeClr val="lt1"/>
              </a:buClr>
              <a:buSzPts val="1600"/>
              <a:buFont typeface="Arial" panose="020B0604020202020204"/>
              <a:buNone/>
              <a:defRPr sz="1600"/>
            </a:lvl3pPr>
            <a:lvl4pPr marL="1828800" lvl="3" indent="-228600" algn="l">
              <a:spcBef>
                <a:spcPts val="280"/>
              </a:spcBef>
              <a:spcAft>
                <a:spcPts val="0"/>
              </a:spcAft>
              <a:buClr>
                <a:schemeClr val="lt1"/>
              </a:buClr>
              <a:buSzPts val="1400"/>
              <a:buFont typeface="Arial" panose="020B0604020202020204"/>
              <a:buNone/>
              <a:defRPr sz="1400"/>
            </a:lvl4pPr>
            <a:lvl5pPr marL="2286000" lvl="4" indent="-228600" algn="l">
              <a:spcBef>
                <a:spcPts val="280"/>
              </a:spcBef>
              <a:spcAft>
                <a:spcPts val="0"/>
              </a:spcAft>
              <a:buClr>
                <a:schemeClr val="lt1"/>
              </a:buClr>
              <a:buSzPts val="1400"/>
              <a:buFont typeface="Arial" panose="020B0604020202020204"/>
              <a:buNone/>
              <a:defRPr sz="1400"/>
            </a:lvl5pPr>
            <a:lvl6pPr marL="2743200" lvl="5" indent="-228600" algn="l">
              <a:spcBef>
                <a:spcPts val="280"/>
              </a:spcBef>
              <a:spcAft>
                <a:spcPts val="0"/>
              </a:spcAft>
              <a:buClr>
                <a:schemeClr val="lt1"/>
              </a:buClr>
              <a:buSzPts val="1400"/>
              <a:buFont typeface="Arial" panose="020B0604020202020204"/>
              <a:buNone/>
              <a:defRPr sz="1400"/>
            </a:lvl6pPr>
            <a:lvl7pPr marL="3200400" lvl="6" indent="-228600" algn="l">
              <a:spcBef>
                <a:spcPts val="280"/>
              </a:spcBef>
              <a:spcAft>
                <a:spcPts val="0"/>
              </a:spcAft>
              <a:buClr>
                <a:schemeClr val="lt1"/>
              </a:buClr>
              <a:buSzPts val="1400"/>
              <a:buFont typeface="Arial" panose="020B0604020202020204"/>
              <a:buNone/>
              <a:defRPr sz="1400"/>
            </a:lvl7pPr>
            <a:lvl8pPr marL="3657600" lvl="7" indent="-228600" algn="l">
              <a:spcBef>
                <a:spcPts val="280"/>
              </a:spcBef>
              <a:spcAft>
                <a:spcPts val="0"/>
              </a:spcAft>
              <a:buClr>
                <a:schemeClr val="lt1"/>
              </a:buClr>
              <a:buSzPts val="1400"/>
              <a:buFont typeface="Arial" panose="020B0604020202020204"/>
              <a:buNone/>
              <a:defRPr sz="1400"/>
            </a:lvl8pPr>
            <a:lvl9pPr marL="4114800" lvl="8" indent="-228600" algn="l">
              <a:spcBef>
                <a:spcPts val="280"/>
              </a:spcBef>
              <a:spcAft>
                <a:spcPts val="0"/>
              </a:spcAft>
              <a:buClr>
                <a:schemeClr val="lt1"/>
              </a:buClr>
              <a:buSzPts val="1400"/>
              <a:buFont typeface="Arial" panose="020B0604020202020204"/>
              <a:buNone/>
              <a:defRPr sz="1400"/>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matchingName="Два объекта">
  <p:cSld name="TWO_OBJECTS">
    <p:spTree>
      <p:nvGrpSpPr>
        <p:cNvPr id="17" name="Shape 17"/>
        <p:cNvGrpSpPr/>
        <p:nvPr/>
      </p:nvGrpSpPr>
      <p:grpSpPr>
        <a:xfrm>
          <a:off x="0" y="0"/>
          <a:ext cx="0" cy="0"/>
          <a:chOff x="0" y="0"/>
          <a:chExt cx="0" cy="0"/>
        </a:xfrm>
      </p:grpSpPr>
      <p:sp>
        <p:nvSpPr>
          <p:cNvPr id="18" name="Google Shape;18;p5"/>
          <p:cNvSpPr txBox="1"/>
          <p:nvPr>
            <p:ph type="title"/>
          </p:nvPr>
        </p:nvSpPr>
        <p:spPr>
          <a:xfrm>
            <a:off x="1619250" y="195263"/>
            <a:ext cx="6408600" cy="381000"/>
          </a:xfrm>
          <a:prstGeom prst="rect">
            <a:avLst/>
          </a:prstGeom>
          <a:noFill/>
          <a:ln>
            <a:noFill/>
          </a:ln>
          <a:effectLst>
            <a:outerShdw dist="17961" dir="2700000" algn="ctr" rotWithShape="0">
              <a:schemeClr val="lt1"/>
            </a:outerShdw>
          </a:effectLst>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9" name="Google Shape;19;p5"/>
          <p:cNvSpPr txBox="1"/>
          <p:nvPr>
            <p:ph type="body" idx="1"/>
          </p:nvPr>
        </p:nvSpPr>
        <p:spPr>
          <a:xfrm>
            <a:off x="1619250" y="897731"/>
            <a:ext cx="3163800" cy="3564600"/>
          </a:xfrm>
          <a:prstGeom prst="rect">
            <a:avLst/>
          </a:prstGeom>
          <a:noFill/>
          <a:ln>
            <a:noFill/>
          </a:ln>
        </p:spPr>
        <p:txBody>
          <a:bodyPr spcFirstLastPara="1" wrap="square" lIns="91425" tIns="45700" rIns="91425" bIns="45700" anchor="t" anchorCtr="0">
            <a:noAutofit/>
          </a:bodyPr>
          <a:lstStyle>
            <a:lvl1pPr marL="457200" lvl="0" indent="-406400" algn="l">
              <a:spcBef>
                <a:spcPts val="560"/>
              </a:spcBef>
              <a:spcAft>
                <a:spcPts val="0"/>
              </a:spcAft>
              <a:buClr>
                <a:schemeClr val="lt1"/>
              </a:buClr>
              <a:buSzPts val="2800"/>
              <a:buFont typeface="Arial" panose="020B0604020202020204"/>
              <a:buChar char="•"/>
              <a:defRPr sz="2800"/>
            </a:lvl1pPr>
            <a:lvl2pPr marL="914400" lvl="1" indent="-381000" algn="l">
              <a:spcBef>
                <a:spcPts val="480"/>
              </a:spcBef>
              <a:spcAft>
                <a:spcPts val="0"/>
              </a:spcAft>
              <a:buClr>
                <a:schemeClr val="lt1"/>
              </a:buClr>
              <a:buSzPts val="2400"/>
              <a:buFont typeface="Arial" panose="020B0604020202020204"/>
              <a:buChar char="–"/>
              <a:defRPr sz="2400"/>
            </a:lvl2pPr>
            <a:lvl3pPr marL="1371600" lvl="2" indent="-355600" algn="l">
              <a:spcBef>
                <a:spcPts val="400"/>
              </a:spcBef>
              <a:spcAft>
                <a:spcPts val="0"/>
              </a:spcAft>
              <a:buClr>
                <a:schemeClr val="lt1"/>
              </a:buClr>
              <a:buSzPts val="2000"/>
              <a:buFont typeface="Arial" panose="020B0604020202020204"/>
              <a:buChar char="•"/>
              <a:defRPr sz="2000"/>
            </a:lvl3pPr>
            <a:lvl4pPr marL="1828800" lvl="3" indent="-342900" algn="l">
              <a:spcBef>
                <a:spcPts val="360"/>
              </a:spcBef>
              <a:spcAft>
                <a:spcPts val="0"/>
              </a:spcAft>
              <a:buClr>
                <a:schemeClr val="lt1"/>
              </a:buClr>
              <a:buSzPts val="1800"/>
              <a:buFont typeface="Arial" panose="020B0604020202020204"/>
              <a:buChar char="–"/>
              <a:defRPr sz="1800"/>
            </a:lvl4pPr>
            <a:lvl5pPr marL="2286000" lvl="4" indent="-342900" algn="l">
              <a:spcBef>
                <a:spcPts val="360"/>
              </a:spcBef>
              <a:spcAft>
                <a:spcPts val="0"/>
              </a:spcAft>
              <a:buClr>
                <a:schemeClr val="lt1"/>
              </a:buClr>
              <a:buSzPts val="1800"/>
              <a:buFont typeface="Arial" panose="020B0604020202020204"/>
              <a:buChar char="»"/>
              <a:defRPr sz="1800"/>
            </a:lvl5pPr>
            <a:lvl6pPr marL="2743200" lvl="5" indent="-342900" algn="l">
              <a:spcBef>
                <a:spcPts val="360"/>
              </a:spcBef>
              <a:spcAft>
                <a:spcPts val="0"/>
              </a:spcAft>
              <a:buClr>
                <a:schemeClr val="lt1"/>
              </a:buClr>
              <a:buSzPts val="1800"/>
              <a:buFont typeface="Arial" panose="020B0604020202020204"/>
              <a:buChar char="»"/>
              <a:defRPr sz="1800"/>
            </a:lvl6pPr>
            <a:lvl7pPr marL="3200400" lvl="6" indent="-342900" algn="l">
              <a:spcBef>
                <a:spcPts val="360"/>
              </a:spcBef>
              <a:spcAft>
                <a:spcPts val="0"/>
              </a:spcAft>
              <a:buClr>
                <a:schemeClr val="lt1"/>
              </a:buClr>
              <a:buSzPts val="1800"/>
              <a:buFont typeface="Arial" panose="020B0604020202020204"/>
              <a:buChar char="»"/>
              <a:defRPr sz="1800"/>
            </a:lvl7pPr>
            <a:lvl8pPr marL="3657600" lvl="7" indent="-342900" algn="l">
              <a:spcBef>
                <a:spcPts val="360"/>
              </a:spcBef>
              <a:spcAft>
                <a:spcPts val="0"/>
              </a:spcAft>
              <a:buClr>
                <a:schemeClr val="lt1"/>
              </a:buClr>
              <a:buSzPts val="1800"/>
              <a:buFont typeface="Arial" panose="020B0604020202020204"/>
              <a:buChar char="»"/>
              <a:defRPr sz="1800"/>
            </a:lvl8pPr>
            <a:lvl9pPr marL="4114800" lvl="8" indent="-342900" algn="l">
              <a:spcBef>
                <a:spcPts val="360"/>
              </a:spcBef>
              <a:spcAft>
                <a:spcPts val="0"/>
              </a:spcAft>
              <a:buClr>
                <a:schemeClr val="lt1"/>
              </a:buClr>
              <a:buSzPts val="1800"/>
              <a:buFont typeface="Arial" panose="020B0604020202020204"/>
              <a:buChar char="»"/>
              <a:defRPr sz="1800"/>
            </a:lvl9pPr>
          </a:lstStyle>
          <a:p/>
        </p:txBody>
      </p:sp>
      <p:sp>
        <p:nvSpPr>
          <p:cNvPr id="20" name="Google Shape;20;p5"/>
          <p:cNvSpPr txBox="1"/>
          <p:nvPr>
            <p:ph type="body" idx="2"/>
          </p:nvPr>
        </p:nvSpPr>
        <p:spPr>
          <a:xfrm>
            <a:off x="4935538" y="897731"/>
            <a:ext cx="3165600" cy="3564600"/>
          </a:xfrm>
          <a:prstGeom prst="rect">
            <a:avLst/>
          </a:prstGeom>
          <a:noFill/>
          <a:ln>
            <a:noFill/>
          </a:ln>
        </p:spPr>
        <p:txBody>
          <a:bodyPr spcFirstLastPara="1" wrap="square" lIns="91425" tIns="45700" rIns="91425" bIns="45700" anchor="t" anchorCtr="0">
            <a:noAutofit/>
          </a:bodyPr>
          <a:lstStyle>
            <a:lvl1pPr marL="457200" lvl="0" indent="-406400" algn="l">
              <a:spcBef>
                <a:spcPts val="560"/>
              </a:spcBef>
              <a:spcAft>
                <a:spcPts val="0"/>
              </a:spcAft>
              <a:buClr>
                <a:schemeClr val="lt1"/>
              </a:buClr>
              <a:buSzPts val="2800"/>
              <a:buFont typeface="Arial" panose="020B0604020202020204"/>
              <a:buChar char="•"/>
              <a:defRPr sz="2800"/>
            </a:lvl1pPr>
            <a:lvl2pPr marL="914400" lvl="1" indent="-381000" algn="l">
              <a:spcBef>
                <a:spcPts val="480"/>
              </a:spcBef>
              <a:spcAft>
                <a:spcPts val="0"/>
              </a:spcAft>
              <a:buClr>
                <a:schemeClr val="lt1"/>
              </a:buClr>
              <a:buSzPts val="2400"/>
              <a:buFont typeface="Arial" panose="020B0604020202020204"/>
              <a:buChar char="–"/>
              <a:defRPr sz="2400"/>
            </a:lvl2pPr>
            <a:lvl3pPr marL="1371600" lvl="2" indent="-355600" algn="l">
              <a:spcBef>
                <a:spcPts val="400"/>
              </a:spcBef>
              <a:spcAft>
                <a:spcPts val="0"/>
              </a:spcAft>
              <a:buClr>
                <a:schemeClr val="lt1"/>
              </a:buClr>
              <a:buSzPts val="2000"/>
              <a:buFont typeface="Arial" panose="020B0604020202020204"/>
              <a:buChar char="•"/>
              <a:defRPr sz="2000"/>
            </a:lvl3pPr>
            <a:lvl4pPr marL="1828800" lvl="3" indent="-342900" algn="l">
              <a:spcBef>
                <a:spcPts val="360"/>
              </a:spcBef>
              <a:spcAft>
                <a:spcPts val="0"/>
              </a:spcAft>
              <a:buClr>
                <a:schemeClr val="lt1"/>
              </a:buClr>
              <a:buSzPts val="1800"/>
              <a:buFont typeface="Arial" panose="020B0604020202020204"/>
              <a:buChar char="–"/>
              <a:defRPr sz="1800"/>
            </a:lvl4pPr>
            <a:lvl5pPr marL="2286000" lvl="4" indent="-342900" algn="l">
              <a:spcBef>
                <a:spcPts val="360"/>
              </a:spcBef>
              <a:spcAft>
                <a:spcPts val="0"/>
              </a:spcAft>
              <a:buClr>
                <a:schemeClr val="lt1"/>
              </a:buClr>
              <a:buSzPts val="1800"/>
              <a:buFont typeface="Arial" panose="020B0604020202020204"/>
              <a:buChar char="»"/>
              <a:defRPr sz="1800"/>
            </a:lvl5pPr>
            <a:lvl6pPr marL="2743200" lvl="5" indent="-342900" algn="l">
              <a:spcBef>
                <a:spcPts val="360"/>
              </a:spcBef>
              <a:spcAft>
                <a:spcPts val="0"/>
              </a:spcAft>
              <a:buClr>
                <a:schemeClr val="lt1"/>
              </a:buClr>
              <a:buSzPts val="1800"/>
              <a:buFont typeface="Arial" panose="020B0604020202020204"/>
              <a:buChar char="»"/>
              <a:defRPr sz="1800"/>
            </a:lvl6pPr>
            <a:lvl7pPr marL="3200400" lvl="6" indent="-342900" algn="l">
              <a:spcBef>
                <a:spcPts val="360"/>
              </a:spcBef>
              <a:spcAft>
                <a:spcPts val="0"/>
              </a:spcAft>
              <a:buClr>
                <a:schemeClr val="lt1"/>
              </a:buClr>
              <a:buSzPts val="1800"/>
              <a:buFont typeface="Arial" panose="020B0604020202020204"/>
              <a:buChar char="»"/>
              <a:defRPr sz="1800"/>
            </a:lvl7pPr>
            <a:lvl8pPr marL="3657600" lvl="7" indent="-342900" algn="l">
              <a:spcBef>
                <a:spcPts val="360"/>
              </a:spcBef>
              <a:spcAft>
                <a:spcPts val="0"/>
              </a:spcAft>
              <a:buClr>
                <a:schemeClr val="lt1"/>
              </a:buClr>
              <a:buSzPts val="1800"/>
              <a:buFont typeface="Arial" panose="020B0604020202020204"/>
              <a:buChar char="»"/>
              <a:defRPr sz="1800"/>
            </a:lvl8pPr>
            <a:lvl9pPr marL="4114800" lvl="8" indent="-342900" algn="l">
              <a:spcBef>
                <a:spcPts val="360"/>
              </a:spcBef>
              <a:spcAft>
                <a:spcPts val="0"/>
              </a:spcAft>
              <a:buClr>
                <a:schemeClr val="lt1"/>
              </a:buClr>
              <a:buSzPts val="1800"/>
              <a:buFont typeface="Arial" panose="020B0604020202020204"/>
              <a:buChar char="»"/>
              <a:defRPr sz="1800"/>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matchingName="Сравнение">
  <p:cSld name="TWO_OBJECTS_WITH_TEXT">
    <p:spTree>
      <p:nvGrpSpPr>
        <p:cNvPr id="21" name="Shape 21"/>
        <p:cNvGrpSpPr/>
        <p:nvPr/>
      </p:nvGrpSpPr>
      <p:grpSpPr>
        <a:xfrm>
          <a:off x="0" y="0"/>
          <a:ext cx="0" cy="0"/>
          <a:chOff x="0" y="0"/>
          <a:chExt cx="0" cy="0"/>
        </a:xfrm>
      </p:grpSpPr>
      <p:sp>
        <p:nvSpPr>
          <p:cNvPr id="22" name="Google Shape;22;p6"/>
          <p:cNvSpPr txBox="1"/>
          <p:nvPr>
            <p:ph type="title"/>
          </p:nvPr>
        </p:nvSpPr>
        <p:spPr>
          <a:xfrm>
            <a:off x="457200" y="205978"/>
            <a:ext cx="8229600" cy="857400"/>
          </a:xfrm>
          <a:prstGeom prst="rect">
            <a:avLst/>
          </a:prstGeom>
          <a:noFill/>
          <a:ln>
            <a:noFill/>
          </a:ln>
          <a:effectLst>
            <a:outerShdw dist="17961" dir="2700000" algn="ctr" rotWithShape="0">
              <a:schemeClr val="lt1"/>
            </a:outerShdw>
          </a:effectLst>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3" name="Google Shape;23;p6"/>
          <p:cNvSpPr txBox="1"/>
          <p:nvPr>
            <p:ph type="body" idx="1"/>
          </p:nvPr>
        </p:nvSpPr>
        <p:spPr>
          <a:xfrm>
            <a:off x="457200" y="1151335"/>
            <a:ext cx="4040100" cy="479700"/>
          </a:xfrm>
          <a:prstGeom prst="rect">
            <a:avLst/>
          </a:prstGeom>
          <a:noFill/>
          <a:ln>
            <a:noFill/>
          </a:ln>
        </p:spPr>
        <p:txBody>
          <a:bodyPr spcFirstLastPara="1" wrap="square" lIns="91425" tIns="45700" rIns="91425" bIns="45700" anchor="b" anchorCtr="0">
            <a:noAutofit/>
          </a:bodyPr>
          <a:lstStyle>
            <a:lvl1pPr marL="457200" lvl="0" indent="-228600" algn="l">
              <a:spcBef>
                <a:spcPts val="480"/>
              </a:spcBef>
              <a:spcAft>
                <a:spcPts val="0"/>
              </a:spcAft>
              <a:buClr>
                <a:schemeClr val="lt1"/>
              </a:buClr>
              <a:buSzPts val="2400"/>
              <a:buFont typeface="Arial" panose="020B0604020202020204"/>
              <a:buNone/>
              <a:defRPr sz="2400" b="1"/>
            </a:lvl1pPr>
            <a:lvl2pPr marL="914400" lvl="1" indent="-228600" algn="l">
              <a:spcBef>
                <a:spcPts val="400"/>
              </a:spcBef>
              <a:spcAft>
                <a:spcPts val="0"/>
              </a:spcAft>
              <a:buClr>
                <a:schemeClr val="lt1"/>
              </a:buClr>
              <a:buSzPts val="2000"/>
              <a:buFont typeface="Arial" panose="020B0604020202020204"/>
              <a:buNone/>
              <a:defRPr sz="2000" b="1"/>
            </a:lvl2pPr>
            <a:lvl3pPr marL="1371600" lvl="2" indent="-228600" algn="l">
              <a:spcBef>
                <a:spcPts val="360"/>
              </a:spcBef>
              <a:spcAft>
                <a:spcPts val="0"/>
              </a:spcAft>
              <a:buClr>
                <a:schemeClr val="lt1"/>
              </a:buClr>
              <a:buSzPts val="1800"/>
              <a:buFont typeface="Arial" panose="020B0604020202020204"/>
              <a:buNone/>
              <a:defRPr sz="1800" b="1"/>
            </a:lvl3pPr>
            <a:lvl4pPr marL="1828800" lvl="3" indent="-228600" algn="l">
              <a:spcBef>
                <a:spcPts val="320"/>
              </a:spcBef>
              <a:spcAft>
                <a:spcPts val="0"/>
              </a:spcAft>
              <a:buClr>
                <a:schemeClr val="lt1"/>
              </a:buClr>
              <a:buSzPts val="1600"/>
              <a:buFont typeface="Arial" panose="020B0604020202020204"/>
              <a:buNone/>
              <a:defRPr sz="1600" b="1"/>
            </a:lvl4pPr>
            <a:lvl5pPr marL="2286000" lvl="4" indent="-228600" algn="l">
              <a:spcBef>
                <a:spcPts val="320"/>
              </a:spcBef>
              <a:spcAft>
                <a:spcPts val="0"/>
              </a:spcAft>
              <a:buClr>
                <a:schemeClr val="lt1"/>
              </a:buClr>
              <a:buSzPts val="1600"/>
              <a:buFont typeface="Arial" panose="020B0604020202020204"/>
              <a:buNone/>
              <a:defRPr sz="1600" b="1"/>
            </a:lvl5pPr>
            <a:lvl6pPr marL="2743200" lvl="5" indent="-228600" algn="l">
              <a:spcBef>
                <a:spcPts val="320"/>
              </a:spcBef>
              <a:spcAft>
                <a:spcPts val="0"/>
              </a:spcAft>
              <a:buClr>
                <a:schemeClr val="lt1"/>
              </a:buClr>
              <a:buSzPts val="1600"/>
              <a:buFont typeface="Arial" panose="020B0604020202020204"/>
              <a:buNone/>
              <a:defRPr sz="1600" b="1"/>
            </a:lvl6pPr>
            <a:lvl7pPr marL="3200400" lvl="6" indent="-228600" algn="l">
              <a:spcBef>
                <a:spcPts val="320"/>
              </a:spcBef>
              <a:spcAft>
                <a:spcPts val="0"/>
              </a:spcAft>
              <a:buClr>
                <a:schemeClr val="lt1"/>
              </a:buClr>
              <a:buSzPts val="1600"/>
              <a:buFont typeface="Arial" panose="020B0604020202020204"/>
              <a:buNone/>
              <a:defRPr sz="1600" b="1"/>
            </a:lvl7pPr>
            <a:lvl8pPr marL="3657600" lvl="7" indent="-228600" algn="l">
              <a:spcBef>
                <a:spcPts val="320"/>
              </a:spcBef>
              <a:spcAft>
                <a:spcPts val="0"/>
              </a:spcAft>
              <a:buClr>
                <a:schemeClr val="lt1"/>
              </a:buClr>
              <a:buSzPts val="1600"/>
              <a:buFont typeface="Arial" panose="020B0604020202020204"/>
              <a:buNone/>
              <a:defRPr sz="1600" b="1"/>
            </a:lvl8pPr>
            <a:lvl9pPr marL="4114800" lvl="8" indent="-228600" algn="l">
              <a:spcBef>
                <a:spcPts val="320"/>
              </a:spcBef>
              <a:spcAft>
                <a:spcPts val="0"/>
              </a:spcAft>
              <a:buClr>
                <a:schemeClr val="lt1"/>
              </a:buClr>
              <a:buSzPts val="1600"/>
              <a:buFont typeface="Arial" panose="020B0604020202020204"/>
              <a:buNone/>
              <a:defRPr sz="1600" b="1"/>
            </a:lvl9pPr>
          </a:lstStyle>
          <a:p/>
        </p:txBody>
      </p:sp>
      <p:sp>
        <p:nvSpPr>
          <p:cNvPr id="24" name="Google Shape;24;p6"/>
          <p:cNvSpPr txBox="1"/>
          <p:nvPr>
            <p:ph type="body" idx="2"/>
          </p:nvPr>
        </p:nvSpPr>
        <p:spPr>
          <a:xfrm>
            <a:off x="457200" y="1631156"/>
            <a:ext cx="4040100" cy="2963400"/>
          </a:xfrm>
          <a:prstGeom prst="rect">
            <a:avLst/>
          </a:prstGeom>
          <a:noFill/>
          <a:ln>
            <a:noFill/>
          </a:ln>
        </p:spPr>
        <p:txBody>
          <a:bodyPr spcFirstLastPara="1" wrap="square" lIns="91425" tIns="45700" rIns="91425" bIns="45700" anchor="t" anchorCtr="0">
            <a:noAutofit/>
          </a:bodyPr>
          <a:lstStyle>
            <a:lvl1pPr marL="457200" lvl="0" indent="-381000" algn="l">
              <a:spcBef>
                <a:spcPts val="480"/>
              </a:spcBef>
              <a:spcAft>
                <a:spcPts val="0"/>
              </a:spcAft>
              <a:buClr>
                <a:schemeClr val="lt1"/>
              </a:buClr>
              <a:buSzPts val="2400"/>
              <a:buFont typeface="Arial" panose="020B0604020202020204"/>
              <a:buChar char="•"/>
              <a:defRPr sz="2400"/>
            </a:lvl1pPr>
            <a:lvl2pPr marL="914400" lvl="1" indent="-355600" algn="l">
              <a:spcBef>
                <a:spcPts val="400"/>
              </a:spcBef>
              <a:spcAft>
                <a:spcPts val="0"/>
              </a:spcAft>
              <a:buClr>
                <a:schemeClr val="lt1"/>
              </a:buClr>
              <a:buSzPts val="2000"/>
              <a:buFont typeface="Arial" panose="020B0604020202020204"/>
              <a:buChar char="–"/>
              <a:defRPr sz="2000"/>
            </a:lvl2pPr>
            <a:lvl3pPr marL="1371600" lvl="2" indent="-342900" algn="l">
              <a:spcBef>
                <a:spcPts val="360"/>
              </a:spcBef>
              <a:spcAft>
                <a:spcPts val="0"/>
              </a:spcAft>
              <a:buClr>
                <a:schemeClr val="lt1"/>
              </a:buClr>
              <a:buSzPts val="1800"/>
              <a:buFont typeface="Arial" panose="020B0604020202020204"/>
              <a:buChar char="•"/>
              <a:defRPr sz="1800"/>
            </a:lvl3pPr>
            <a:lvl4pPr marL="1828800" lvl="3" indent="-330200" algn="l">
              <a:spcBef>
                <a:spcPts val="320"/>
              </a:spcBef>
              <a:spcAft>
                <a:spcPts val="0"/>
              </a:spcAft>
              <a:buClr>
                <a:schemeClr val="lt1"/>
              </a:buClr>
              <a:buSzPts val="1600"/>
              <a:buFont typeface="Arial" panose="020B0604020202020204"/>
              <a:buChar char="–"/>
              <a:defRPr sz="1600"/>
            </a:lvl4pPr>
            <a:lvl5pPr marL="2286000" lvl="4" indent="-330200" algn="l">
              <a:spcBef>
                <a:spcPts val="320"/>
              </a:spcBef>
              <a:spcAft>
                <a:spcPts val="0"/>
              </a:spcAft>
              <a:buClr>
                <a:schemeClr val="lt1"/>
              </a:buClr>
              <a:buSzPts val="1600"/>
              <a:buFont typeface="Arial" panose="020B0604020202020204"/>
              <a:buChar char="»"/>
              <a:defRPr sz="1600"/>
            </a:lvl5pPr>
            <a:lvl6pPr marL="2743200" lvl="5" indent="-330200" algn="l">
              <a:spcBef>
                <a:spcPts val="320"/>
              </a:spcBef>
              <a:spcAft>
                <a:spcPts val="0"/>
              </a:spcAft>
              <a:buClr>
                <a:schemeClr val="lt1"/>
              </a:buClr>
              <a:buSzPts val="1600"/>
              <a:buFont typeface="Arial" panose="020B0604020202020204"/>
              <a:buChar char="»"/>
              <a:defRPr sz="1600"/>
            </a:lvl6pPr>
            <a:lvl7pPr marL="3200400" lvl="6" indent="-330200" algn="l">
              <a:spcBef>
                <a:spcPts val="320"/>
              </a:spcBef>
              <a:spcAft>
                <a:spcPts val="0"/>
              </a:spcAft>
              <a:buClr>
                <a:schemeClr val="lt1"/>
              </a:buClr>
              <a:buSzPts val="1600"/>
              <a:buFont typeface="Arial" panose="020B0604020202020204"/>
              <a:buChar char="»"/>
              <a:defRPr sz="1600"/>
            </a:lvl7pPr>
            <a:lvl8pPr marL="3657600" lvl="7" indent="-330200" algn="l">
              <a:spcBef>
                <a:spcPts val="320"/>
              </a:spcBef>
              <a:spcAft>
                <a:spcPts val="0"/>
              </a:spcAft>
              <a:buClr>
                <a:schemeClr val="lt1"/>
              </a:buClr>
              <a:buSzPts val="1600"/>
              <a:buFont typeface="Arial" panose="020B0604020202020204"/>
              <a:buChar char="»"/>
              <a:defRPr sz="1600"/>
            </a:lvl8pPr>
            <a:lvl9pPr marL="4114800" lvl="8" indent="-330200" algn="l">
              <a:spcBef>
                <a:spcPts val="320"/>
              </a:spcBef>
              <a:spcAft>
                <a:spcPts val="0"/>
              </a:spcAft>
              <a:buClr>
                <a:schemeClr val="lt1"/>
              </a:buClr>
              <a:buSzPts val="1600"/>
              <a:buFont typeface="Arial" panose="020B0604020202020204"/>
              <a:buChar char="»"/>
              <a:defRPr sz="1600"/>
            </a:lvl9pPr>
          </a:lstStyle>
          <a:p/>
        </p:txBody>
      </p:sp>
      <p:sp>
        <p:nvSpPr>
          <p:cNvPr id="25" name="Google Shape;25;p6"/>
          <p:cNvSpPr txBox="1"/>
          <p:nvPr>
            <p:ph type="body" idx="3"/>
          </p:nvPr>
        </p:nvSpPr>
        <p:spPr>
          <a:xfrm>
            <a:off x="4645025" y="1151335"/>
            <a:ext cx="4041900" cy="479700"/>
          </a:xfrm>
          <a:prstGeom prst="rect">
            <a:avLst/>
          </a:prstGeom>
          <a:noFill/>
          <a:ln>
            <a:noFill/>
          </a:ln>
        </p:spPr>
        <p:txBody>
          <a:bodyPr spcFirstLastPara="1" wrap="square" lIns="91425" tIns="45700" rIns="91425" bIns="45700" anchor="b" anchorCtr="0">
            <a:noAutofit/>
          </a:bodyPr>
          <a:lstStyle>
            <a:lvl1pPr marL="457200" lvl="0" indent="-228600" algn="l">
              <a:spcBef>
                <a:spcPts val="480"/>
              </a:spcBef>
              <a:spcAft>
                <a:spcPts val="0"/>
              </a:spcAft>
              <a:buClr>
                <a:schemeClr val="lt1"/>
              </a:buClr>
              <a:buSzPts val="2400"/>
              <a:buFont typeface="Arial" panose="020B0604020202020204"/>
              <a:buNone/>
              <a:defRPr sz="2400" b="1"/>
            </a:lvl1pPr>
            <a:lvl2pPr marL="914400" lvl="1" indent="-228600" algn="l">
              <a:spcBef>
                <a:spcPts val="400"/>
              </a:spcBef>
              <a:spcAft>
                <a:spcPts val="0"/>
              </a:spcAft>
              <a:buClr>
                <a:schemeClr val="lt1"/>
              </a:buClr>
              <a:buSzPts val="2000"/>
              <a:buFont typeface="Arial" panose="020B0604020202020204"/>
              <a:buNone/>
              <a:defRPr sz="2000" b="1"/>
            </a:lvl2pPr>
            <a:lvl3pPr marL="1371600" lvl="2" indent="-228600" algn="l">
              <a:spcBef>
                <a:spcPts val="360"/>
              </a:spcBef>
              <a:spcAft>
                <a:spcPts val="0"/>
              </a:spcAft>
              <a:buClr>
                <a:schemeClr val="lt1"/>
              </a:buClr>
              <a:buSzPts val="1800"/>
              <a:buFont typeface="Arial" panose="020B0604020202020204"/>
              <a:buNone/>
              <a:defRPr sz="1800" b="1"/>
            </a:lvl3pPr>
            <a:lvl4pPr marL="1828800" lvl="3" indent="-228600" algn="l">
              <a:spcBef>
                <a:spcPts val="320"/>
              </a:spcBef>
              <a:spcAft>
                <a:spcPts val="0"/>
              </a:spcAft>
              <a:buClr>
                <a:schemeClr val="lt1"/>
              </a:buClr>
              <a:buSzPts val="1600"/>
              <a:buFont typeface="Arial" panose="020B0604020202020204"/>
              <a:buNone/>
              <a:defRPr sz="1600" b="1"/>
            </a:lvl4pPr>
            <a:lvl5pPr marL="2286000" lvl="4" indent="-228600" algn="l">
              <a:spcBef>
                <a:spcPts val="320"/>
              </a:spcBef>
              <a:spcAft>
                <a:spcPts val="0"/>
              </a:spcAft>
              <a:buClr>
                <a:schemeClr val="lt1"/>
              </a:buClr>
              <a:buSzPts val="1600"/>
              <a:buFont typeface="Arial" panose="020B0604020202020204"/>
              <a:buNone/>
              <a:defRPr sz="1600" b="1"/>
            </a:lvl5pPr>
            <a:lvl6pPr marL="2743200" lvl="5" indent="-228600" algn="l">
              <a:spcBef>
                <a:spcPts val="320"/>
              </a:spcBef>
              <a:spcAft>
                <a:spcPts val="0"/>
              </a:spcAft>
              <a:buClr>
                <a:schemeClr val="lt1"/>
              </a:buClr>
              <a:buSzPts val="1600"/>
              <a:buFont typeface="Arial" panose="020B0604020202020204"/>
              <a:buNone/>
              <a:defRPr sz="1600" b="1"/>
            </a:lvl6pPr>
            <a:lvl7pPr marL="3200400" lvl="6" indent="-228600" algn="l">
              <a:spcBef>
                <a:spcPts val="320"/>
              </a:spcBef>
              <a:spcAft>
                <a:spcPts val="0"/>
              </a:spcAft>
              <a:buClr>
                <a:schemeClr val="lt1"/>
              </a:buClr>
              <a:buSzPts val="1600"/>
              <a:buFont typeface="Arial" panose="020B0604020202020204"/>
              <a:buNone/>
              <a:defRPr sz="1600" b="1"/>
            </a:lvl7pPr>
            <a:lvl8pPr marL="3657600" lvl="7" indent="-228600" algn="l">
              <a:spcBef>
                <a:spcPts val="320"/>
              </a:spcBef>
              <a:spcAft>
                <a:spcPts val="0"/>
              </a:spcAft>
              <a:buClr>
                <a:schemeClr val="lt1"/>
              </a:buClr>
              <a:buSzPts val="1600"/>
              <a:buFont typeface="Arial" panose="020B0604020202020204"/>
              <a:buNone/>
              <a:defRPr sz="1600" b="1"/>
            </a:lvl8pPr>
            <a:lvl9pPr marL="4114800" lvl="8" indent="-228600" algn="l">
              <a:spcBef>
                <a:spcPts val="320"/>
              </a:spcBef>
              <a:spcAft>
                <a:spcPts val="0"/>
              </a:spcAft>
              <a:buClr>
                <a:schemeClr val="lt1"/>
              </a:buClr>
              <a:buSzPts val="1600"/>
              <a:buFont typeface="Arial" panose="020B0604020202020204"/>
              <a:buNone/>
              <a:defRPr sz="1600" b="1"/>
            </a:lvl9pPr>
          </a:lstStyle>
          <a:p/>
        </p:txBody>
      </p:sp>
      <p:sp>
        <p:nvSpPr>
          <p:cNvPr id="26" name="Google Shape;26;p6"/>
          <p:cNvSpPr txBox="1"/>
          <p:nvPr>
            <p:ph type="body" idx="4"/>
          </p:nvPr>
        </p:nvSpPr>
        <p:spPr>
          <a:xfrm>
            <a:off x="4645025" y="1631156"/>
            <a:ext cx="4041900" cy="2963400"/>
          </a:xfrm>
          <a:prstGeom prst="rect">
            <a:avLst/>
          </a:prstGeom>
          <a:noFill/>
          <a:ln>
            <a:noFill/>
          </a:ln>
        </p:spPr>
        <p:txBody>
          <a:bodyPr spcFirstLastPara="1" wrap="square" lIns="91425" tIns="45700" rIns="91425" bIns="45700" anchor="t" anchorCtr="0">
            <a:noAutofit/>
          </a:bodyPr>
          <a:lstStyle>
            <a:lvl1pPr marL="457200" lvl="0" indent="-381000" algn="l">
              <a:spcBef>
                <a:spcPts val="480"/>
              </a:spcBef>
              <a:spcAft>
                <a:spcPts val="0"/>
              </a:spcAft>
              <a:buClr>
                <a:schemeClr val="lt1"/>
              </a:buClr>
              <a:buSzPts val="2400"/>
              <a:buFont typeface="Arial" panose="020B0604020202020204"/>
              <a:buChar char="•"/>
              <a:defRPr sz="2400"/>
            </a:lvl1pPr>
            <a:lvl2pPr marL="914400" lvl="1" indent="-355600" algn="l">
              <a:spcBef>
                <a:spcPts val="400"/>
              </a:spcBef>
              <a:spcAft>
                <a:spcPts val="0"/>
              </a:spcAft>
              <a:buClr>
                <a:schemeClr val="lt1"/>
              </a:buClr>
              <a:buSzPts val="2000"/>
              <a:buFont typeface="Arial" panose="020B0604020202020204"/>
              <a:buChar char="–"/>
              <a:defRPr sz="2000"/>
            </a:lvl2pPr>
            <a:lvl3pPr marL="1371600" lvl="2" indent="-342900" algn="l">
              <a:spcBef>
                <a:spcPts val="360"/>
              </a:spcBef>
              <a:spcAft>
                <a:spcPts val="0"/>
              </a:spcAft>
              <a:buClr>
                <a:schemeClr val="lt1"/>
              </a:buClr>
              <a:buSzPts val="1800"/>
              <a:buFont typeface="Arial" panose="020B0604020202020204"/>
              <a:buChar char="•"/>
              <a:defRPr sz="1800"/>
            </a:lvl3pPr>
            <a:lvl4pPr marL="1828800" lvl="3" indent="-330200" algn="l">
              <a:spcBef>
                <a:spcPts val="320"/>
              </a:spcBef>
              <a:spcAft>
                <a:spcPts val="0"/>
              </a:spcAft>
              <a:buClr>
                <a:schemeClr val="lt1"/>
              </a:buClr>
              <a:buSzPts val="1600"/>
              <a:buFont typeface="Arial" panose="020B0604020202020204"/>
              <a:buChar char="–"/>
              <a:defRPr sz="1600"/>
            </a:lvl4pPr>
            <a:lvl5pPr marL="2286000" lvl="4" indent="-330200" algn="l">
              <a:spcBef>
                <a:spcPts val="320"/>
              </a:spcBef>
              <a:spcAft>
                <a:spcPts val="0"/>
              </a:spcAft>
              <a:buClr>
                <a:schemeClr val="lt1"/>
              </a:buClr>
              <a:buSzPts val="1600"/>
              <a:buFont typeface="Arial" panose="020B0604020202020204"/>
              <a:buChar char="»"/>
              <a:defRPr sz="1600"/>
            </a:lvl5pPr>
            <a:lvl6pPr marL="2743200" lvl="5" indent="-330200" algn="l">
              <a:spcBef>
                <a:spcPts val="320"/>
              </a:spcBef>
              <a:spcAft>
                <a:spcPts val="0"/>
              </a:spcAft>
              <a:buClr>
                <a:schemeClr val="lt1"/>
              </a:buClr>
              <a:buSzPts val="1600"/>
              <a:buFont typeface="Arial" panose="020B0604020202020204"/>
              <a:buChar char="»"/>
              <a:defRPr sz="1600"/>
            </a:lvl6pPr>
            <a:lvl7pPr marL="3200400" lvl="6" indent="-330200" algn="l">
              <a:spcBef>
                <a:spcPts val="320"/>
              </a:spcBef>
              <a:spcAft>
                <a:spcPts val="0"/>
              </a:spcAft>
              <a:buClr>
                <a:schemeClr val="lt1"/>
              </a:buClr>
              <a:buSzPts val="1600"/>
              <a:buFont typeface="Arial" panose="020B0604020202020204"/>
              <a:buChar char="»"/>
              <a:defRPr sz="1600"/>
            </a:lvl7pPr>
            <a:lvl8pPr marL="3657600" lvl="7" indent="-330200" algn="l">
              <a:spcBef>
                <a:spcPts val="320"/>
              </a:spcBef>
              <a:spcAft>
                <a:spcPts val="0"/>
              </a:spcAft>
              <a:buClr>
                <a:schemeClr val="lt1"/>
              </a:buClr>
              <a:buSzPts val="1600"/>
              <a:buFont typeface="Arial" panose="020B0604020202020204"/>
              <a:buChar char="»"/>
              <a:defRPr sz="1600"/>
            </a:lvl8pPr>
            <a:lvl9pPr marL="4114800" lvl="8" indent="-330200" algn="l">
              <a:spcBef>
                <a:spcPts val="320"/>
              </a:spcBef>
              <a:spcAft>
                <a:spcPts val="0"/>
              </a:spcAft>
              <a:buClr>
                <a:schemeClr val="lt1"/>
              </a:buClr>
              <a:buSzPts val="1600"/>
              <a:buFont typeface="Arial" panose="020B0604020202020204"/>
              <a:buChar char="»"/>
              <a:defRPr sz="1600"/>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matchingName="Только заголовок">
  <p:cSld name="TITLE_ONLY">
    <p:spTree>
      <p:nvGrpSpPr>
        <p:cNvPr id="27" name="Shape 27"/>
        <p:cNvGrpSpPr/>
        <p:nvPr/>
      </p:nvGrpSpPr>
      <p:grpSpPr>
        <a:xfrm>
          <a:off x="0" y="0"/>
          <a:ext cx="0" cy="0"/>
          <a:chOff x="0" y="0"/>
          <a:chExt cx="0" cy="0"/>
        </a:xfrm>
      </p:grpSpPr>
      <p:sp>
        <p:nvSpPr>
          <p:cNvPr id="28" name="Google Shape;28;p7"/>
          <p:cNvSpPr txBox="1"/>
          <p:nvPr>
            <p:ph type="title"/>
          </p:nvPr>
        </p:nvSpPr>
        <p:spPr>
          <a:xfrm>
            <a:off x="1619250" y="195263"/>
            <a:ext cx="6408600" cy="381000"/>
          </a:xfrm>
          <a:prstGeom prst="rect">
            <a:avLst/>
          </a:prstGeom>
          <a:noFill/>
          <a:ln>
            <a:noFill/>
          </a:ln>
          <a:effectLst>
            <a:outerShdw dist="17961" dir="2700000" algn="ctr" rotWithShape="0">
              <a:schemeClr val="lt1"/>
            </a:outerShdw>
          </a:effectLst>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matchingName="Пустой слайд">
  <p:cSld name="BLANK">
    <p:spTree>
      <p:nvGrpSpPr>
        <p:cNvPr id="29" name="Shape 29"/>
        <p:cNvGrpSpPr/>
        <p:nvPr/>
      </p:nvGrpSpPr>
      <p:grpSpPr>
        <a:xfrm>
          <a:off x="0" y="0"/>
          <a:ext cx="0" cy="0"/>
          <a:chOff x="0" y="0"/>
          <a:chExt cx="0" cy="0"/>
        </a:xfrm>
      </p:grpSpPr>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matchingName="Объект с подписью">
  <p:cSld name="OBJECT_WITH_CAPTION_TEXT">
    <p:spTree>
      <p:nvGrpSpPr>
        <p:cNvPr id="30" name="Shape 30"/>
        <p:cNvGrpSpPr/>
        <p:nvPr/>
      </p:nvGrpSpPr>
      <p:grpSpPr>
        <a:xfrm>
          <a:off x="0" y="0"/>
          <a:ext cx="0" cy="0"/>
          <a:chOff x="0" y="0"/>
          <a:chExt cx="0" cy="0"/>
        </a:xfrm>
      </p:grpSpPr>
      <p:sp>
        <p:nvSpPr>
          <p:cNvPr id="31" name="Google Shape;31;p9"/>
          <p:cNvSpPr txBox="1"/>
          <p:nvPr>
            <p:ph type="title"/>
          </p:nvPr>
        </p:nvSpPr>
        <p:spPr>
          <a:xfrm>
            <a:off x="457200" y="204788"/>
            <a:ext cx="3008400" cy="871500"/>
          </a:xfrm>
          <a:prstGeom prst="rect">
            <a:avLst/>
          </a:prstGeom>
          <a:noFill/>
          <a:ln>
            <a:noFill/>
          </a:ln>
          <a:effectLst>
            <a:outerShdw dist="17961" dir="2700000" algn="ctr" rotWithShape="0">
              <a:schemeClr val="lt1"/>
            </a:outerShdw>
          </a:effectLst>
        </p:spPr>
        <p:txBody>
          <a:bodyPr spcFirstLastPara="1" wrap="square" lIns="91425" tIns="45700" rIns="91425" bIns="45700" anchor="b" anchorCtr="0">
            <a:noAutofit/>
          </a:bodyPr>
          <a:lstStyle>
            <a:lvl1pPr lvl="0" algn="l">
              <a:spcBef>
                <a:spcPts val="0"/>
              </a:spcBef>
              <a:spcAft>
                <a:spcPts val="0"/>
              </a:spcAft>
              <a:buSzPts val="1400"/>
              <a:buNone/>
              <a:defRPr sz="2000" b="1"/>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2" name="Google Shape;32;p9"/>
          <p:cNvSpPr txBox="1"/>
          <p:nvPr>
            <p:ph type="body" idx="1"/>
          </p:nvPr>
        </p:nvSpPr>
        <p:spPr>
          <a:xfrm>
            <a:off x="3575050" y="204788"/>
            <a:ext cx="5111700" cy="4389900"/>
          </a:xfrm>
          <a:prstGeom prst="rect">
            <a:avLst/>
          </a:prstGeom>
          <a:noFill/>
          <a:ln>
            <a:noFill/>
          </a:ln>
        </p:spPr>
        <p:txBody>
          <a:bodyPr spcFirstLastPara="1" wrap="square" lIns="91425" tIns="45700" rIns="91425" bIns="45700" anchor="t" anchorCtr="0">
            <a:noAutofit/>
          </a:bodyPr>
          <a:lstStyle>
            <a:lvl1pPr marL="457200" lvl="0" indent="-431800" algn="l">
              <a:spcBef>
                <a:spcPts val="640"/>
              </a:spcBef>
              <a:spcAft>
                <a:spcPts val="0"/>
              </a:spcAft>
              <a:buClr>
                <a:schemeClr val="lt1"/>
              </a:buClr>
              <a:buSzPts val="3200"/>
              <a:buFont typeface="Arial" panose="020B0604020202020204"/>
              <a:buChar char="•"/>
              <a:defRPr sz="3200"/>
            </a:lvl1pPr>
            <a:lvl2pPr marL="914400" lvl="1" indent="-406400" algn="l">
              <a:spcBef>
                <a:spcPts val="560"/>
              </a:spcBef>
              <a:spcAft>
                <a:spcPts val="0"/>
              </a:spcAft>
              <a:buClr>
                <a:schemeClr val="lt1"/>
              </a:buClr>
              <a:buSzPts val="2800"/>
              <a:buFont typeface="Arial" panose="020B0604020202020204"/>
              <a:buChar char="–"/>
              <a:defRPr sz="2800"/>
            </a:lvl2pPr>
            <a:lvl3pPr marL="1371600" lvl="2" indent="-381000" algn="l">
              <a:spcBef>
                <a:spcPts val="480"/>
              </a:spcBef>
              <a:spcAft>
                <a:spcPts val="0"/>
              </a:spcAft>
              <a:buClr>
                <a:schemeClr val="lt1"/>
              </a:buClr>
              <a:buSzPts val="2400"/>
              <a:buFont typeface="Arial" panose="020B0604020202020204"/>
              <a:buChar char="•"/>
              <a:defRPr sz="2400"/>
            </a:lvl3pPr>
            <a:lvl4pPr marL="1828800" lvl="3" indent="-355600" algn="l">
              <a:spcBef>
                <a:spcPts val="400"/>
              </a:spcBef>
              <a:spcAft>
                <a:spcPts val="0"/>
              </a:spcAft>
              <a:buClr>
                <a:schemeClr val="lt1"/>
              </a:buClr>
              <a:buSzPts val="2000"/>
              <a:buFont typeface="Arial" panose="020B0604020202020204"/>
              <a:buChar char="–"/>
              <a:defRPr sz="2000"/>
            </a:lvl4pPr>
            <a:lvl5pPr marL="2286000" lvl="4" indent="-355600" algn="l">
              <a:spcBef>
                <a:spcPts val="400"/>
              </a:spcBef>
              <a:spcAft>
                <a:spcPts val="0"/>
              </a:spcAft>
              <a:buClr>
                <a:schemeClr val="lt1"/>
              </a:buClr>
              <a:buSzPts val="2000"/>
              <a:buFont typeface="Arial" panose="020B0604020202020204"/>
              <a:buChar char="»"/>
              <a:defRPr sz="2000"/>
            </a:lvl5pPr>
            <a:lvl6pPr marL="2743200" lvl="5" indent="-355600" algn="l">
              <a:spcBef>
                <a:spcPts val="400"/>
              </a:spcBef>
              <a:spcAft>
                <a:spcPts val="0"/>
              </a:spcAft>
              <a:buClr>
                <a:schemeClr val="lt1"/>
              </a:buClr>
              <a:buSzPts val="2000"/>
              <a:buFont typeface="Arial" panose="020B0604020202020204"/>
              <a:buChar char="»"/>
              <a:defRPr sz="2000"/>
            </a:lvl6pPr>
            <a:lvl7pPr marL="3200400" lvl="6" indent="-355600" algn="l">
              <a:spcBef>
                <a:spcPts val="400"/>
              </a:spcBef>
              <a:spcAft>
                <a:spcPts val="0"/>
              </a:spcAft>
              <a:buClr>
                <a:schemeClr val="lt1"/>
              </a:buClr>
              <a:buSzPts val="2000"/>
              <a:buFont typeface="Arial" panose="020B0604020202020204"/>
              <a:buChar char="»"/>
              <a:defRPr sz="2000"/>
            </a:lvl7pPr>
            <a:lvl8pPr marL="3657600" lvl="7" indent="-355600" algn="l">
              <a:spcBef>
                <a:spcPts val="400"/>
              </a:spcBef>
              <a:spcAft>
                <a:spcPts val="0"/>
              </a:spcAft>
              <a:buClr>
                <a:schemeClr val="lt1"/>
              </a:buClr>
              <a:buSzPts val="2000"/>
              <a:buFont typeface="Arial" panose="020B0604020202020204"/>
              <a:buChar char="»"/>
              <a:defRPr sz="2000"/>
            </a:lvl8pPr>
            <a:lvl9pPr marL="4114800" lvl="8" indent="-355600" algn="l">
              <a:spcBef>
                <a:spcPts val="400"/>
              </a:spcBef>
              <a:spcAft>
                <a:spcPts val="0"/>
              </a:spcAft>
              <a:buClr>
                <a:schemeClr val="lt1"/>
              </a:buClr>
              <a:buSzPts val="2000"/>
              <a:buFont typeface="Arial" panose="020B0604020202020204"/>
              <a:buChar char="»"/>
              <a:defRPr sz="2000"/>
            </a:lvl9pPr>
          </a:lstStyle>
          <a:p/>
        </p:txBody>
      </p:sp>
      <p:sp>
        <p:nvSpPr>
          <p:cNvPr id="33" name="Google Shape;33;p9"/>
          <p:cNvSpPr txBox="1"/>
          <p:nvPr>
            <p:ph type="body" idx="2"/>
          </p:nvPr>
        </p:nvSpPr>
        <p:spPr>
          <a:xfrm>
            <a:off x="457200" y="1076325"/>
            <a:ext cx="3008400" cy="3518400"/>
          </a:xfrm>
          <a:prstGeom prst="rect">
            <a:avLst/>
          </a:prstGeom>
          <a:noFill/>
          <a:ln>
            <a:noFill/>
          </a:ln>
        </p:spPr>
        <p:txBody>
          <a:bodyPr spcFirstLastPara="1" wrap="square" lIns="91425" tIns="45700" rIns="91425" bIns="45700" anchor="t" anchorCtr="0">
            <a:noAutofit/>
          </a:bodyPr>
          <a:lstStyle>
            <a:lvl1pPr marL="457200" lvl="0" indent="-228600" algn="l">
              <a:spcBef>
                <a:spcPts val="280"/>
              </a:spcBef>
              <a:spcAft>
                <a:spcPts val="0"/>
              </a:spcAft>
              <a:buClr>
                <a:schemeClr val="lt1"/>
              </a:buClr>
              <a:buSzPts val="1400"/>
              <a:buFont typeface="Arial" panose="020B0604020202020204"/>
              <a:buNone/>
              <a:defRPr sz="1400"/>
            </a:lvl1pPr>
            <a:lvl2pPr marL="914400" lvl="1" indent="-228600" algn="l">
              <a:spcBef>
                <a:spcPts val="240"/>
              </a:spcBef>
              <a:spcAft>
                <a:spcPts val="0"/>
              </a:spcAft>
              <a:buClr>
                <a:schemeClr val="lt1"/>
              </a:buClr>
              <a:buSzPts val="1200"/>
              <a:buFont typeface="Arial" panose="020B0604020202020204"/>
              <a:buNone/>
              <a:defRPr sz="1200"/>
            </a:lvl2pPr>
            <a:lvl3pPr marL="1371600" lvl="2" indent="-228600" algn="l">
              <a:spcBef>
                <a:spcPts val="200"/>
              </a:spcBef>
              <a:spcAft>
                <a:spcPts val="0"/>
              </a:spcAft>
              <a:buClr>
                <a:schemeClr val="lt1"/>
              </a:buClr>
              <a:buSzPts val="1000"/>
              <a:buFont typeface="Arial" panose="020B0604020202020204"/>
              <a:buNone/>
              <a:defRPr sz="1000"/>
            </a:lvl3pPr>
            <a:lvl4pPr marL="1828800" lvl="3" indent="-228600" algn="l">
              <a:spcBef>
                <a:spcPts val="180"/>
              </a:spcBef>
              <a:spcAft>
                <a:spcPts val="0"/>
              </a:spcAft>
              <a:buClr>
                <a:schemeClr val="lt1"/>
              </a:buClr>
              <a:buSzPts val="900"/>
              <a:buFont typeface="Arial" panose="020B0604020202020204"/>
              <a:buNone/>
              <a:defRPr sz="900"/>
            </a:lvl4pPr>
            <a:lvl5pPr marL="2286000" lvl="4" indent="-228600" algn="l">
              <a:spcBef>
                <a:spcPts val="180"/>
              </a:spcBef>
              <a:spcAft>
                <a:spcPts val="0"/>
              </a:spcAft>
              <a:buClr>
                <a:schemeClr val="lt1"/>
              </a:buClr>
              <a:buSzPts val="900"/>
              <a:buFont typeface="Arial" panose="020B0604020202020204"/>
              <a:buNone/>
              <a:defRPr sz="900"/>
            </a:lvl5pPr>
            <a:lvl6pPr marL="2743200" lvl="5" indent="-228600" algn="l">
              <a:spcBef>
                <a:spcPts val="180"/>
              </a:spcBef>
              <a:spcAft>
                <a:spcPts val="0"/>
              </a:spcAft>
              <a:buClr>
                <a:schemeClr val="lt1"/>
              </a:buClr>
              <a:buSzPts val="900"/>
              <a:buFont typeface="Arial" panose="020B0604020202020204"/>
              <a:buNone/>
              <a:defRPr sz="900"/>
            </a:lvl6pPr>
            <a:lvl7pPr marL="3200400" lvl="6" indent="-228600" algn="l">
              <a:spcBef>
                <a:spcPts val="180"/>
              </a:spcBef>
              <a:spcAft>
                <a:spcPts val="0"/>
              </a:spcAft>
              <a:buClr>
                <a:schemeClr val="lt1"/>
              </a:buClr>
              <a:buSzPts val="900"/>
              <a:buFont typeface="Arial" panose="020B0604020202020204"/>
              <a:buNone/>
              <a:defRPr sz="900"/>
            </a:lvl7pPr>
            <a:lvl8pPr marL="3657600" lvl="7" indent="-228600" algn="l">
              <a:spcBef>
                <a:spcPts val="180"/>
              </a:spcBef>
              <a:spcAft>
                <a:spcPts val="0"/>
              </a:spcAft>
              <a:buClr>
                <a:schemeClr val="lt1"/>
              </a:buClr>
              <a:buSzPts val="900"/>
              <a:buFont typeface="Arial" panose="020B0604020202020204"/>
              <a:buNone/>
              <a:defRPr sz="900"/>
            </a:lvl8pPr>
            <a:lvl9pPr marL="4114800" lvl="8" indent="-228600" algn="l">
              <a:spcBef>
                <a:spcPts val="180"/>
              </a:spcBef>
              <a:spcAft>
                <a:spcPts val="0"/>
              </a:spcAft>
              <a:buClr>
                <a:schemeClr val="lt1"/>
              </a:buClr>
              <a:buSzPts val="900"/>
              <a:buFont typeface="Arial" panose="020B0604020202020204"/>
              <a:buNone/>
              <a:defRPr sz="900"/>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matchingName="Рисунок с подписью">
  <p:cSld name="PICTURE_WITH_CAPTION_TEXT">
    <p:spTree>
      <p:nvGrpSpPr>
        <p:cNvPr id="34" name="Shape 34"/>
        <p:cNvGrpSpPr/>
        <p:nvPr/>
      </p:nvGrpSpPr>
      <p:grpSpPr>
        <a:xfrm>
          <a:off x="0" y="0"/>
          <a:ext cx="0" cy="0"/>
          <a:chOff x="0" y="0"/>
          <a:chExt cx="0" cy="0"/>
        </a:xfrm>
      </p:grpSpPr>
      <p:sp>
        <p:nvSpPr>
          <p:cNvPr id="35" name="Google Shape;35;p10"/>
          <p:cNvSpPr txBox="1"/>
          <p:nvPr>
            <p:ph type="title"/>
          </p:nvPr>
        </p:nvSpPr>
        <p:spPr>
          <a:xfrm>
            <a:off x="1792288" y="3600450"/>
            <a:ext cx="5486400" cy="425100"/>
          </a:xfrm>
          <a:prstGeom prst="rect">
            <a:avLst/>
          </a:prstGeom>
          <a:noFill/>
          <a:ln>
            <a:noFill/>
          </a:ln>
          <a:effectLst>
            <a:outerShdw dist="17961" dir="2700000" algn="ctr" rotWithShape="0">
              <a:schemeClr val="lt1"/>
            </a:outerShdw>
          </a:effectLst>
        </p:spPr>
        <p:txBody>
          <a:bodyPr spcFirstLastPara="1" wrap="square" lIns="91425" tIns="45700" rIns="91425" bIns="45700" anchor="b" anchorCtr="0">
            <a:noAutofit/>
          </a:bodyPr>
          <a:lstStyle>
            <a:lvl1pPr lvl="0" algn="l">
              <a:spcBef>
                <a:spcPts val="0"/>
              </a:spcBef>
              <a:spcAft>
                <a:spcPts val="0"/>
              </a:spcAft>
              <a:buSzPts val="1400"/>
              <a:buNone/>
              <a:defRPr sz="2000" b="1"/>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6" name="Google Shape;36;p10"/>
          <p:cNvSpPr/>
          <p:nvPr>
            <p:ph type="pic" idx="2"/>
          </p:nvPr>
        </p:nvSpPr>
        <p:spPr>
          <a:xfrm>
            <a:off x="1792288" y="459581"/>
            <a:ext cx="5486400" cy="3086100"/>
          </a:xfrm>
          <a:prstGeom prst="rect">
            <a:avLst/>
          </a:prstGeom>
          <a:noFill/>
          <a:ln>
            <a:noFill/>
          </a:ln>
        </p:spPr>
        <p:txBody>
          <a:bodyPr spcFirstLastPara="1" wrap="square" lIns="91425" tIns="45700" rIns="91425" bIns="45700" anchor="t" anchorCtr="0">
            <a:noAutofit/>
          </a:bodyPr>
          <a:lstStyle>
            <a:lvl1pPr marR="0" lvl="0" algn="l" rtl="0">
              <a:spcBef>
                <a:spcPts val="640"/>
              </a:spcBef>
              <a:spcAft>
                <a:spcPts val="0"/>
              </a:spcAft>
              <a:buClr>
                <a:schemeClr val="lt1"/>
              </a:buClr>
              <a:buSzPts val="3200"/>
              <a:buFont typeface="Arial" panose="020B0604020202020204"/>
              <a:buNone/>
              <a:defRPr sz="3200" b="0" i="0" u="none" strike="noStrike" cap="none">
                <a:solidFill>
                  <a:schemeClr val="lt1"/>
                </a:solidFill>
                <a:latin typeface="Arial" panose="020B0604020202020204"/>
                <a:ea typeface="Arial" panose="020B0604020202020204"/>
                <a:cs typeface="Arial" panose="020B0604020202020204"/>
                <a:sym typeface="Arial" panose="020B0604020202020204"/>
              </a:defRPr>
            </a:lvl1pPr>
            <a:lvl2pPr marR="0" lvl="1" algn="l" rtl="0">
              <a:spcBef>
                <a:spcPts val="560"/>
              </a:spcBef>
              <a:spcAft>
                <a:spcPts val="0"/>
              </a:spcAft>
              <a:buClr>
                <a:schemeClr val="lt1"/>
              </a:buClr>
              <a:buSzPts val="2800"/>
              <a:buFont typeface="Arial" panose="020B0604020202020204"/>
              <a:buNone/>
              <a:defRPr sz="2800" b="1" i="0" u="none" strike="noStrike" cap="none">
                <a:solidFill>
                  <a:schemeClr val="lt1"/>
                </a:solidFill>
                <a:latin typeface="Arial" panose="020B0604020202020204"/>
                <a:ea typeface="Arial" panose="020B0604020202020204"/>
                <a:cs typeface="Arial" panose="020B0604020202020204"/>
                <a:sym typeface="Arial" panose="020B0604020202020204"/>
              </a:defRPr>
            </a:lvl2pPr>
            <a:lvl3pPr marR="0" lvl="2" algn="l" rtl="0">
              <a:spcBef>
                <a:spcPts val="480"/>
              </a:spcBef>
              <a:spcAft>
                <a:spcPts val="0"/>
              </a:spcAft>
              <a:buClr>
                <a:schemeClr val="lt1"/>
              </a:buClr>
              <a:buSzPts val="2400"/>
              <a:buFont typeface="Arial" panose="020B0604020202020204"/>
              <a:buNone/>
              <a:defRPr sz="2400" b="0" i="0" u="none" strike="noStrike" cap="none">
                <a:solidFill>
                  <a:schemeClr val="lt1"/>
                </a:solidFill>
                <a:latin typeface="Arial" panose="020B0604020202020204"/>
                <a:ea typeface="Arial" panose="020B0604020202020204"/>
                <a:cs typeface="Arial" panose="020B0604020202020204"/>
                <a:sym typeface="Arial" panose="020B0604020202020204"/>
              </a:defRPr>
            </a:lvl3pPr>
            <a:lvl4pPr marR="0" lvl="3" algn="l" rtl="0">
              <a:spcBef>
                <a:spcPts val="400"/>
              </a:spcBef>
              <a:spcAft>
                <a:spcPts val="0"/>
              </a:spcAft>
              <a:buClr>
                <a:schemeClr val="lt1"/>
              </a:buClr>
              <a:buSzPts val="2000"/>
              <a:buFont typeface="Arial" panose="020B0604020202020204"/>
              <a:buNone/>
              <a:defRPr sz="2000" b="0" i="0" u="none" strike="noStrike" cap="none">
                <a:solidFill>
                  <a:schemeClr val="lt1"/>
                </a:solidFill>
                <a:latin typeface="Arial" panose="020B0604020202020204"/>
                <a:ea typeface="Arial" panose="020B0604020202020204"/>
                <a:cs typeface="Arial" panose="020B0604020202020204"/>
                <a:sym typeface="Arial" panose="020B0604020202020204"/>
              </a:defRPr>
            </a:lvl4pPr>
            <a:lvl5pPr marR="0" lvl="4" algn="l" rtl="0">
              <a:spcBef>
                <a:spcPts val="400"/>
              </a:spcBef>
              <a:spcAft>
                <a:spcPts val="0"/>
              </a:spcAft>
              <a:buClr>
                <a:schemeClr val="lt1"/>
              </a:buClr>
              <a:buSzPts val="2000"/>
              <a:buFont typeface="Arial" panose="020B0604020202020204"/>
              <a:buNone/>
              <a:defRPr sz="2000" b="0" i="0" u="none" strike="noStrike" cap="none">
                <a:solidFill>
                  <a:schemeClr val="lt1"/>
                </a:solidFill>
                <a:latin typeface="Arial" panose="020B0604020202020204"/>
                <a:ea typeface="Arial" panose="020B0604020202020204"/>
                <a:cs typeface="Arial" panose="020B0604020202020204"/>
                <a:sym typeface="Arial" panose="020B0604020202020204"/>
              </a:defRPr>
            </a:lvl5pPr>
            <a:lvl6pPr marR="0" lvl="5" algn="l" rtl="0">
              <a:spcBef>
                <a:spcPts val="400"/>
              </a:spcBef>
              <a:spcAft>
                <a:spcPts val="0"/>
              </a:spcAft>
              <a:buClr>
                <a:schemeClr val="lt1"/>
              </a:buClr>
              <a:buSzPts val="2000"/>
              <a:buFont typeface="Arial" panose="020B0604020202020204"/>
              <a:buNone/>
              <a:defRPr sz="2000" b="0" i="0" u="none" strike="noStrike" cap="none">
                <a:solidFill>
                  <a:schemeClr val="lt1"/>
                </a:solidFill>
                <a:latin typeface="Arial" panose="020B0604020202020204"/>
                <a:ea typeface="Arial" panose="020B0604020202020204"/>
                <a:cs typeface="Arial" panose="020B0604020202020204"/>
                <a:sym typeface="Arial" panose="020B0604020202020204"/>
              </a:defRPr>
            </a:lvl6pPr>
            <a:lvl7pPr marR="0" lvl="6" algn="l" rtl="0">
              <a:spcBef>
                <a:spcPts val="400"/>
              </a:spcBef>
              <a:spcAft>
                <a:spcPts val="0"/>
              </a:spcAft>
              <a:buClr>
                <a:schemeClr val="lt1"/>
              </a:buClr>
              <a:buSzPts val="2000"/>
              <a:buFont typeface="Arial" panose="020B0604020202020204"/>
              <a:buNone/>
              <a:defRPr sz="2000" b="0" i="0" u="none" strike="noStrike" cap="none">
                <a:solidFill>
                  <a:schemeClr val="lt1"/>
                </a:solidFill>
                <a:latin typeface="Arial" panose="020B0604020202020204"/>
                <a:ea typeface="Arial" panose="020B0604020202020204"/>
                <a:cs typeface="Arial" panose="020B0604020202020204"/>
                <a:sym typeface="Arial" panose="020B0604020202020204"/>
              </a:defRPr>
            </a:lvl7pPr>
            <a:lvl8pPr marR="0" lvl="7" algn="l" rtl="0">
              <a:spcBef>
                <a:spcPts val="400"/>
              </a:spcBef>
              <a:spcAft>
                <a:spcPts val="0"/>
              </a:spcAft>
              <a:buClr>
                <a:schemeClr val="lt1"/>
              </a:buClr>
              <a:buSzPts val="2000"/>
              <a:buFont typeface="Arial" panose="020B0604020202020204"/>
              <a:buNone/>
              <a:defRPr sz="2000" b="0" i="0" u="none" strike="noStrike" cap="none">
                <a:solidFill>
                  <a:schemeClr val="lt1"/>
                </a:solidFill>
                <a:latin typeface="Arial" panose="020B0604020202020204"/>
                <a:ea typeface="Arial" panose="020B0604020202020204"/>
                <a:cs typeface="Arial" panose="020B0604020202020204"/>
                <a:sym typeface="Arial" panose="020B0604020202020204"/>
              </a:defRPr>
            </a:lvl8pPr>
            <a:lvl9pPr marR="0" lvl="8" algn="l" rtl="0">
              <a:spcBef>
                <a:spcPts val="400"/>
              </a:spcBef>
              <a:spcAft>
                <a:spcPts val="0"/>
              </a:spcAft>
              <a:buClr>
                <a:schemeClr val="lt1"/>
              </a:buClr>
              <a:buSzPts val="2000"/>
              <a:buFont typeface="Arial" panose="020B0604020202020204"/>
              <a:buNone/>
              <a:defRPr sz="2000" b="0" i="0" u="none" strike="noStrike" cap="none">
                <a:solidFill>
                  <a:schemeClr val="lt1"/>
                </a:solidFill>
                <a:latin typeface="Arial" panose="020B0604020202020204"/>
                <a:ea typeface="Arial" panose="020B0604020202020204"/>
                <a:cs typeface="Arial" panose="020B0604020202020204"/>
                <a:sym typeface="Arial" panose="020B0604020202020204"/>
              </a:defRPr>
            </a:lvl9pPr>
          </a:lstStyle>
          <a:p/>
        </p:txBody>
      </p:sp>
      <p:sp>
        <p:nvSpPr>
          <p:cNvPr id="37" name="Google Shape;37;p10"/>
          <p:cNvSpPr txBox="1"/>
          <p:nvPr>
            <p:ph type="body" idx="1"/>
          </p:nvPr>
        </p:nvSpPr>
        <p:spPr>
          <a:xfrm>
            <a:off x="1792288" y="4025503"/>
            <a:ext cx="5486400" cy="603600"/>
          </a:xfrm>
          <a:prstGeom prst="rect">
            <a:avLst/>
          </a:prstGeom>
          <a:noFill/>
          <a:ln>
            <a:noFill/>
          </a:ln>
        </p:spPr>
        <p:txBody>
          <a:bodyPr spcFirstLastPara="1" wrap="square" lIns="91425" tIns="45700" rIns="91425" bIns="45700" anchor="t" anchorCtr="0">
            <a:noAutofit/>
          </a:bodyPr>
          <a:lstStyle>
            <a:lvl1pPr marL="457200" lvl="0" indent="-228600" algn="l">
              <a:spcBef>
                <a:spcPts val="280"/>
              </a:spcBef>
              <a:spcAft>
                <a:spcPts val="0"/>
              </a:spcAft>
              <a:buClr>
                <a:schemeClr val="lt1"/>
              </a:buClr>
              <a:buSzPts val="1400"/>
              <a:buFont typeface="Arial" panose="020B0604020202020204"/>
              <a:buNone/>
              <a:defRPr sz="1400"/>
            </a:lvl1pPr>
            <a:lvl2pPr marL="914400" lvl="1" indent="-228600" algn="l">
              <a:spcBef>
                <a:spcPts val="240"/>
              </a:spcBef>
              <a:spcAft>
                <a:spcPts val="0"/>
              </a:spcAft>
              <a:buClr>
                <a:schemeClr val="lt1"/>
              </a:buClr>
              <a:buSzPts val="1200"/>
              <a:buFont typeface="Arial" panose="020B0604020202020204"/>
              <a:buNone/>
              <a:defRPr sz="1200"/>
            </a:lvl2pPr>
            <a:lvl3pPr marL="1371600" lvl="2" indent="-228600" algn="l">
              <a:spcBef>
                <a:spcPts val="200"/>
              </a:spcBef>
              <a:spcAft>
                <a:spcPts val="0"/>
              </a:spcAft>
              <a:buClr>
                <a:schemeClr val="lt1"/>
              </a:buClr>
              <a:buSzPts val="1000"/>
              <a:buFont typeface="Arial" panose="020B0604020202020204"/>
              <a:buNone/>
              <a:defRPr sz="1000"/>
            </a:lvl3pPr>
            <a:lvl4pPr marL="1828800" lvl="3" indent="-228600" algn="l">
              <a:spcBef>
                <a:spcPts val="180"/>
              </a:spcBef>
              <a:spcAft>
                <a:spcPts val="0"/>
              </a:spcAft>
              <a:buClr>
                <a:schemeClr val="lt1"/>
              </a:buClr>
              <a:buSzPts val="900"/>
              <a:buFont typeface="Arial" panose="020B0604020202020204"/>
              <a:buNone/>
              <a:defRPr sz="900"/>
            </a:lvl4pPr>
            <a:lvl5pPr marL="2286000" lvl="4" indent="-228600" algn="l">
              <a:spcBef>
                <a:spcPts val="180"/>
              </a:spcBef>
              <a:spcAft>
                <a:spcPts val="0"/>
              </a:spcAft>
              <a:buClr>
                <a:schemeClr val="lt1"/>
              </a:buClr>
              <a:buSzPts val="900"/>
              <a:buFont typeface="Arial" panose="020B0604020202020204"/>
              <a:buNone/>
              <a:defRPr sz="900"/>
            </a:lvl5pPr>
            <a:lvl6pPr marL="2743200" lvl="5" indent="-228600" algn="l">
              <a:spcBef>
                <a:spcPts val="180"/>
              </a:spcBef>
              <a:spcAft>
                <a:spcPts val="0"/>
              </a:spcAft>
              <a:buClr>
                <a:schemeClr val="lt1"/>
              </a:buClr>
              <a:buSzPts val="900"/>
              <a:buFont typeface="Arial" panose="020B0604020202020204"/>
              <a:buNone/>
              <a:defRPr sz="900"/>
            </a:lvl6pPr>
            <a:lvl7pPr marL="3200400" lvl="6" indent="-228600" algn="l">
              <a:spcBef>
                <a:spcPts val="180"/>
              </a:spcBef>
              <a:spcAft>
                <a:spcPts val="0"/>
              </a:spcAft>
              <a:buClr>
                <a:schemeClr val="lt1"/>
              </a:buClr>
              <a:buSzPts val="900"/>
              <a:buFont typeface="Arial" panose="020B0604020202020204"/>
              <a:buNone/>
              <a:defRPr sz="900"/>
            </a:lvl7pPr>
            <a:lvl8pPr marL="3657600" lvl="7" indent="-228600" algn="l">
              <a:spcBef>
                <a:spcPts val="180"/>
              </a:spcBef>
              <a:spcAft>
                <a:spcPts val="0"/>
              </a:spcAft>
              <a:buClr>
                <a:schemeClr val="lt1"/>
              </a:buClr>
              <a:buSzPts val="900"/>
              <a:buFont typeface="Arial" panose="020B0604020202020204"/>
              <a:buNone/>
              <a:defRPr sz="900"/>
            </a:lvl8pPr>
            <a:lvl9pPr marL="4114800" lvl="8" indent="-228600" algn="l">
              <a:spcBef>
                <a:spcPts val="180"/>
              </a:spcBef>
              <a:spcAft>
                <a:spcPts val="0"/>
              </a:spcAft>
              <a:buClr>
                <a:schemeClr val="lt1"/>
              </a:buClr>
              <a:buSzPts val="900"/>
              <a:buFont typeface="Arial" panose="020B0604020202020204"/>
              <a:buNone/>
              <a:defRPr sz="900"/>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matchingName="Заголовок и вертикальный текст">
  <p:cSld name="VERTICAL_TEXT">
    <p:spTree>
      <p:nvGrpSpPr>
        <p:cNvPr id="38" name="Shape 38"/>
        <p:cNvGrpSpPr/>
        <p:nvPr/>
      </p:nvGrpSpPr>
      <p:grpSpPr>
        <a:xfrm>
          <a:off x="0" y="0"/>
          <a:ext cx="0" cy="0"/>
          <a:chOff x="0" y="0"/>
          <a:chExt cx="0" cy="0"/>
        </a:xfrm>
      </p:grpSpPr>
      <p:sp>
        <p:nvSpPr>
          <p:cNvPr id="39" name="Google Shape;39;p11"/>
          <p:cNvSpPr txBox="1"/>
          <p:nvPr>
            <p:ph type="title"/>
          </p:nvPr>
        </p:nvSpPr>
        <p:spPr>
          <a:xfrm>
            <a:off x="1619250" y="195263"/>
            <a:ext cx="6408600" cy="381000"/>
          </a:xfrm>
          <a:prstGeom prst="rect">
            <a:avLst/>
          </a:prstGeom>
          <a:noFill/>
          <a:ln>
            <a:noFill/>
          </a:ln>
          <a:effectLst>
            <a:outerShdw dist="17961" dir="2700000" algn="ctr" rotWithShape="0">
              <a:schemeClr val="lt1"/>
            </a:outerShdw>
          </a:effectLst>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0" name="Google Shape;40;p11"/>
          <p:cNvSpPr txBox="1"/>
          <p:nvPr>
            <p:ph type="body" idx="1"/>
          </p:nvPr>
        </p:nvSpPr>
        <p:spPr>
          <a:xfrm rot="5400000">
            <a:off x="3077813" y="-560869"/>
            <a:ext cx="3564600" cy="6481800"/>
          </a:xfrm>
          <a:prstGeom prst="rect">
            <a:avLst/>
          </a:prstGeom>
          <a:noFill/>
          <a:ln>
            <a:noFill/>
          </a:ln>
        </p:spPr>
        <p:txBody>
          <a:bodyPr spcFirstLastPara="1" wrap="square" lIns="91425" tIns="45700" rIns="91425" bIns="45700" anchor="t" anchorCtr="0">
            <a:noAutofit/>
          </a:bodyPr>
          <a:lstStyle>
            <a:lvl1pPr marL="457200" lvl="0" indent="-342900" algn="l">
              <a:spcBef>
                <a:spcPts val="360"/>
              </a:spcBef>
              <a:spcAft>
                <a:spcPts val="0"/>
              </a:spcAft>
              <a:buClr>
                <a:schemeClr val="lt1"/>
              </a:buClr>
              <a:buSzPts val="1800"/>
              <a:buChar char="•"/>
              <a:defRPr/>
            </a:lvl1pPr>
            <a:lvl2pPr marL="914400" lvl="1" indent="-342900" algn="l">
              <a:spcBef>
                <a:spcPts val="360"/>
              </a:spcBef>
              <a:spcAft>
                <a:spcPts val="0"/>
              </a:spcAft>
              <a:buClr>
                <a:schemeClr val="lt1"/>
              </a:buClr>
              <a:buSzPts val="1800"/>
              <a:buChar char="–"/>
              <a:defRPr/>
            </a:lvl2pPr>
            <a:lvl3pPr marL="1371600" lvl="2" indent="-342900" algn="l">
              <a:spcBef>
                <a:spcPts val="360"/>
              </a:spcBef>
              <a:spcAft>
                <a:spcPts val="0"/>
              </a:spcAft>
              <a:buClr>
                <a:schemeClr val="lt1"/>
              </a:buClr>
              <a:buSzPts val="1800"/>
              <a:buChar char="•"/>
              <a:defRPr/>
            </a:lvl3pPr>
            <a:lvl4pPr marL="1828800" lvl="3" indent="-342900" algn="l">
              <a:spcBef>
                <a:spcPts val="360"/>
              </a:spcBef>
              <a:spcAft>
                <a:spcPts val="0"/>
              </a:spcAft>
              <a:buClr>
                <a:schemeClr val="lt1"/>
              </a:buClr>
              <a:buSzPts val="1800"/>
              <a:buChar char="–"/>
              <a:defRPr/>
            </a:lvl4pPr>
            <a:lvl5pPr marL="2286000" lvl="4" indent="-342900" algn="l">
              <a:spcBef>
                <a:spcPts val="360"/>
              </a:spcBef>
              <a:spcAft>
                <a:spcPts val="0"/>
              </a:spcAft>
              <a:buClr>
                <a:schemeClr val="lt1"/>
              </a:buClr>
              <a:buSzPts val="1800"/>
              <a:buChar char="»"/>
              <a:defRPr/>
            </a:lvl5pPr>
            <a:lvl6pPr marL="2743200" lvl="5" indent="-342900" algn="l">
              <a:spcBef>
                <a:spcPts val="360"/>
              </a:spcBef>
              <a:spcAft>
                <a:spcPts val="0"/>
              </a:spcAft>
              <a:buClr>
                <a:schemeClr val="lt1"/>
              </a:buClr>
              <a:buSzPts val="1800"/>
              <a:buChar char="»"/>
              <a:defRPr/>
            </a:lvl6pPr>
            <a:lvl7pPr marL="3200400" lvl="6" indent="-342900" algn="l">
              <a:spcBef>
                <a:spcPts val="360"/>
              </a:spcBef>
              <a:spcAft>
                <a:spcPts val="0"/>
              </a:spcAft>
              <a:buClr>
                <a:schemeClr val="lt1"/>
              </a:buClr>
              <a:buSzPts val="1800"/>
              <a:buChar char="»"/>
              <a:defRPr/>
            </a:lvl7pPr>
            <a:lvl8pPr marL="3657600" lvl="7" indent="-342900" algn="l">
              <a:spcBef>
                <a:spcPts val="360"/>
              </a:spcBef>
              <a:spcAft>
                <a:spcPts val="0"/>
              </a:spcAft>
              <a:buClr>
                <a:schemeClr val="lt1"/>
              </a:buClr>
              <a:buSzPts val="1800"/>
              <a:buChar char="»"/>
              <a:defRPr/>
            </a:lvl8pPr>
            <a:lvl9pPr marL="4114800" lvl="8" indent="-342900" algn="l">
              <a:spcBef>
                <a:spcPts val="360"/>
              </a:spcBef>
              <a:spcAft>
                <a:spcPts val="0"/>
              </a:spcAft>
              <a:buClr>
                <a:schemeClr val="lt1"/>
              </a:buClr>
              <a:buSzPts val="1800"/>
              <a:buChar char="»"/>
              <a:defRPr/>
            </a:lvl9pPr>
          </a:lstStyle>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matchingName="Вертикальный заголовок и текст">
  <p:cSld name="VERTICAL_TITLE_AND_VERTICAL_TEXT">
    <p:spTree>
      <p:nvGrpSpPr>
        <p:cNvPr id="41" name="Shape 41"/>
        <p:cNvGrpSpPr/>
        <p:nvPr/>
      </p:nvGrpSpPr>
      <p:grpSpPr>
        <a:xfrm>
          <a:off x="0" y="0"/>
          <a:ext cx="0" cy="0"/>
          <a:chOff x="0" y="0"/>
          <a:chExt cx="0" cy="0"/>
        </a:xfrm>
      </p:grpSpPr>
      <p:sp>
        <p:nvSpPr>
          <p:cNvPr id="42" name="Google Shape;42;p12"/>
          <p:cNvSpPr txBox="1"/>
          <p:nvPr>
            <p:ph type="title"/>
          </p:nvPr>
        </p:nvSpPr>
        <p:spPr>
          <a:xfrm rot="5400000">
            <a:off x="5157863" y="1519313"/>
            <a:ext cx="4267200" cy="1619100"/>
          </a:xfrm>
          <a:prstGeom prst="rect">
            <a:avLst/>
          </a:prstGeom>
          <a:noFill/>
          <a:ln>
            <a:noFill/>
          </a:ln>
          <a:effectLst>
            <a:outerShdw dist="17961" dir="2700000" algn="ctr" rotWithShape="0">
              <a:schemeClr val="lt1"/>
            </a:outerShdw>
          </a:effectLst>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12"/>
          <p:cNvSpPr txBox="1"/>
          <p:nvPr>
            <p:ph type="body" idx="1"/>
          </p:nvPr>
        </p:nvSpPr>
        <p:spPr>
          <a:xfrm rot="5400000">
            <a:off x="1840763" y="-26137"/>
            <a:ext cx="4267200" cy="4710000"/>
          </a:xfrm>
          <a:prstGeom prst="rect">
            <a:avLst/>
          </a:prstGeom>
          <a:noFill/>
          <a:ln>
            <a:noFill/>
          </a:ln>
        </p:spPr>
        <p:txBody>
          <a:bodyPr spcFirstLastPara="1" wrap="square" lIns="91425" tIns="45700" rIns="91425" bIns="45700" anchor="t" anchorCtr="0">
            <a:noAutofit/>
          </a:bodyPr>
          <a:lstStyle>
            <a:lvl1pPr marL="457200" lvl="0" indent="-342900" algn="l">
              <a:spcBef>
                <a:spcPts val="360"/>
              </a:spcBef>
              <a:spcAft>
                <a:spcPts val="0"/>
              </a:spcAft>
              <a:buClr>
                <a:schemeClr val="lt1"/>
              </a:buClr>
              <a:buSzPts val="1800"/>
              <a:buChar char="•"/>
              <a:defRPr/>
            </a:lvl1pPr>
            <a:lvl2pPr marL="914400" lvl="1" indent="-342900" algn="l">
              <a:spcBef>
                <a:spcPts val="360"/>
              </a:spcBef>
              <a:spcAft>
                <a:spcPts val="0"/>
              </a:spcAft>
              <a:buClr>
                <a:schemeClr val="lt1"/>
              </a:buClr>
              <a:buSzPts val="1800"/>
              <a:buChar char="–"/>
              <a:defRPr/>
            </a:lvl2pPr>
            <a:lvl3pPr marL="1371600" lvl="2" indent="-342900" algn="l">
              <a:spcBef>
                <a:spcPts val="360"/>
              </a:spcBef>
              <a:spcAft>
                <a:spcPts val="0"/>
              </a:spcAft>
              <a:buClr>
                <a:schemeClr val="lt1"/>
              </a:buClr>
              <a:buSzPts val="1800"/>
              <a:buChar char="•"/>
              <a:defRPr/>
            </a:lvl3pPr>
            <a:lvl4pPr marL="1828800" lvl="3" indent="-342900" algn="l">
              <a:spcBef>
                <a:spcPts val="360"/>
              </a:spcBef>
              <a:spcAft>
                <a:spcPts val="0"/>
              </a:spcAft>
              <a:buClr>
                <a:schemeClr val="lt1"/>
              </a:buClr>
              <a:buSzPts val="1800"/>
              <a:buChar char="–"/>
              <a:defRPr/>
            </a:lvl4pPr>
            <a:lvl5pPr marL="2286000" lvl="4" indent="-342900" algn="l">
              <a:spcBef>
                <a:spcPts val="360"/>
              </a:spcBef>
              <a:spcAft>
                <a:spcPts val="0"/>
              </a:spcAft>
              <a:buClr>
                <a:schemeClr val="lt1"/>
              </a:buClr>
              <a:buSzPts val="1800"/>
              <a:buChar char="»"/>
              <a:defRPr/>
            </a:lvl5pPr>
            <a:lvl6pPr marL="2743200" lvl="5" indent="-342900" algn="l">
              <a:spcBef>
                <a:spcPts val="360"/>
              </a:spcBef>
              <a:spcAft>
                <a:spcPts val="0"/>
              </a:spcAft>
              <a:buClr>
                <a:schemeClr val="lt1"/>
              </a:buClr>
              <a:buSzPts val="1800"/>
              <a:buChar char="»"/>
              <a:defRPr/>
            </a:lvl6pPr>
            <a:lvl7pPr marL="3200400" lvl="6" indent="-342900" algn="l">
              <a:spcBef>
                <a:spcPts val="360"/>
              </a:spcBef>
              <a:spcAft>
                <a:spcPts val="0"/>
              </a:spcAft>
              <a:buClr>
                <a:schemeClr val="lt1"/>
              </a:buClr>
              <a:buSzPts val="1800"/>
              <a:buChar char="»"/>
              <a:defRPr/>
            </a:lvl7pPr>
            <a:lvl8pPr marL="3657600" lvl="7" indent="-342900" algn="l">
              <a:spcBef>
                <a:spcPts val="360"/>
              </a:spcBef>
              <a:spcAft>
                <a:spcPts val="0"/>
              </a:spcAft>
              <a:buClr>
                <a:schemeClr val="lt1"/>
              </a:buClr>
              <a:buSzPts val="1800"/>
              <a:buChar char="»"/>
              <a:defRPr/>
            </a:lvl8pPr>
            <a:lvl9pPr marL="4114800" lvl="8" indent="-342900" algn="l">
              <a:spcBef>
                <a:spcPts val="360"/>
              </a:spcBef>
              <a:spcAft>
                <a:spcPts val="0"/>
              </a:spcAft>
              <a:buClr>
                <a:schemeClr val="lt1"/>
              </a:buClr>
              <a:buSzPts val="1800"/>
              <a:buChar char="»"/>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3" Type="http://schemas.openxmlformats.org/officeDocument/2006/relationships/theme" Target="../theme/theme1.xml"/><Relationship Id="rId12" Type="http://schemas.openxmlformats.org/officeDocument/2006/relationships/image" Target="../media/image2.jpeg"/><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a:blip r:embed="rId12"/>
          <a:stretch>
            <a:fillRect/>
          </a:stretch>
        </a:blipFill>
        <a:effectLst/>
      </p:bgPr>
    </p:bg>
    <p:spTree>
      <p:nvGrpSpPr>
        <p:cNvPr id="5" name="Shape 5"/>
        <p:cNvGrpSpPr/>
        <p:nvPr/>
      </p:nvGrpSpPr>
      <p:grpSpPr>
        <a:xfrm>
          <a:off x="0" y="0"/>
          <a:ext cx="0" cy="0"/>
          <a:chOff x="0" y="0"/>
          <a:chExt cx="0" cy="0"/>
        </a:xfrm>
      </p:grpSpPr>
      <p:sp>
        <p:nvSpPr>
          <p:cNvPr id="6" name="Google Shape;6;p1"/>
          <p:cNvSpPr txBox="1"/>
          <p:nvPr>
            <p:ph type="title"/>
          </p:nvPr>
        </p:nvSpPr>
        <p:spPr>
          <a:xfrm>
            <a:off x="1619250" y="195263"/>
            <a:ext cx="6408600" cy="381000"/>
          </a:xfrm>
          <a:prstGeom prst="rect">
            <a:avLst/>
          </a:prstGeom>
          <a:noFill/>
          <a:ln>
            <a:noFill/>
          </a:ln>
          <a:effectLst>
            <a:outerShdw dist="17961" dir="2700000" algn="ctr" rotWithShape="0">
              <a:schemeClr val="lt1"/>
            </a:outerShdw>
          </a:effectLst>
        </p:spPr>
        <p:txBody>
          <a:bodyPr spcFirstLastPara="1" wrap="square" lIns="91425" tIns="45700" rIns="91425" bIns="45700" anchor="ctr" anchorCtr="0">
            <a:noAutofit/>
          </a:bodyPr>
          <a:lstStyle>
            <a:lvl1pPr marR="0" lvl="0" algn="l" rtl="0">
              <a:spcBef>
                <a:spcPts val="0"/>
              </a:spcBef>
              <a:spcAft>
                <a:spcPts val="0"/>
              </a:spcAft>
              <a:buSzPts val="1400"/>
              <a:buNone/>
              <a:defRPr sz="3200" b="0" i="0" u="none" strike="noStrike" cap="none">
                <a:solidFill>
                  <a:schemeClr val="lt1"/>
                </a:solidFill>
                <a:latin typeface="Arial" panose="020B0604020202020204"/>
                <a:ea typeface="Arial" panose="020B0604020202020204"/>
                <a:cs typeface="Arial" panose="020B0604020202020204"/>
                <a:sym typeface="Arial" panose="020B0604020202020204"/>
              </a:defRPr>
            </a:lvl1pPr>
            <a:lvl2pPr marR="0" lvl="1" algn="l" rtl="0">
              <a:spcBef>
                <a:spcPts val="0"/>
              </a:spcBef>
              <a:spcAft>
                <a:spcPts val="0"/>
              </a:spcAft>
              <a:buSzPts val="1400"/>
              <a:buNone/>
              <a:defRPr sz="3200" b="0" i="0" u="none" strike="noStrike" cap="none">
                <a:solidFill>
                  <a:schemeClr val="lt1"/>
                </a:solidFill>
                <a:latin typeface="Arial" panose="020B0604020202020204"/>
                <a:ea typeface="Arial" panose="020B0604020202020204"/>
                <a:cs typeface="Arial" panose="020B0604020202020204"/>
                <a:sym typeface="Arial" panose="020B0604020202020204"/>
              </a:defRPr>
            </a:lvl2pPr>
            <a:lvl3pPr marR="0" lvl="2" algn="l" rtl="0">
              <a:spcBef>
                <a:spcPts val="0"/>
              </a:spcBef>
              <a:spcAft>
                <a:spcPts val="0"/>
              </a:spcAft>
              <a:buSzPts val="1400"/>
              <a:buNone/>
              <a:defRPr sz="3200" b="0" i="0" u="none" strike="noStrike" cap="none">
                <a:solidFill>
                  <a:schemeClr val="lt1"/>
                </a:solidFill>
                <a:latin typeface="Arial" panose="020B0604020202020204"/>
                <a:ea typeface="Arial" panose="020B0604020202020204"/>
                <a:cs typeface="Arial" panose="020B0604020202020204"/>
                <a:sym typeface="Arial" panose="020B0604020202020204"/>
              </a:defRPr>
            </a:lvl3pPr>
            <a:lvl4pPr marR="0" lvl="3" algn="l" rtl="0">
              <a:spcBef>
                <a:spcPts val="0"/>
              </a:spcBef>
              <a:spcAft>
                <a:spcPts val="0"/>
              </a:spcAft>
              <a:buSzPts val="1400"/>
              <a:buNone/>
              <a:defRPr sz="3200" b="0" i="0" u="none" strike="noStrike" cap="none">
                <a:solidFill>
                  <a:schemeClr val="lt1"/>
                </a:solidFill>
                <a:latin typeface="Arial" panose="020B0604020202020204"/>
                <a:ea typeface="Arial" panose="020B0604020202020204"/>
                <a:cs typeface="Arial" panose="020B0604020202020204"/>
                <a:sym typeface="Arial" panose="020B0604020202020204"/>
              </a:defRPr>
            </a:lvl4pPr>
            <a:lvl5pPr marR="0" lvl="4" algn="l" rtl="0">
              <a:spcBef>
                <a:spcPts val="0"/>
              </a:spcBef>
              <a:spcAft>
                <a:spcPts val="0"/>
              </a:spcAft>
              <a:buSzPts val="1400"/>
              <a:buNone/>
              <a:defRPr sz="3200" b="0" i="0" u="none" strike="noStrike" cap="none">
                <a:solidFill>
                  <a:schemeClr val="lt1"/>
                </a:solidFill>
                <a:latin typeface="Arial" panose="020B0604020202020204"/>
                <a:ea typeface="Arial" panose="020B0604020202020204"/>
                <a:cs typeface="Arial" panose="020B0604020202020204"/>
                <a:sym typeface="Arial" panose="020B0604020202020204"/>
              </a:defRPr>
            </a:lvl5pPr>
            <a:lvl6pPr marR="0" lvl="5" algn="l" rtl="0">
              <a:spcBef>
                <a:spcPts val="0"/>
              </a:spcBef>
              <a:spcAft>
                <a:spcPts val="0"/>
              </a:spcAft>
              <a:buSzPts val="1400"/>
              <a:buNone/>
              <a:defRPr sz="3200" b="0" i="0" u="none" strike="noStrike" cap="none">
                <a:solidFill>
                  <a:schemeClr val="lt1"/>
                </a:solidFill>
                <a:latin typeface="Arial" panose="020B0604020202020204"/>
                <a:ea typeface="Arial" panose="020B0604020202020204"/>
                <a:cs typeface="Arial" panose="020B0604020202020204"/>
                <a:sym typeface="Arial" panose="020B0604020202020204"/>
              </a:defRPr>
            </a:lvl6pPr>
            <a:lvl7pPr marR="0" lvl="6" algn="l" rtl="0">
              <a:spcBef>
                <a:spcPts val="0"/>
              </a:spcBef>
              <a:spcAft>
                <a:spcPts val="0"/>
              </a:spcAft>
              <a:buSzPts val="1400"/>
              <a:buNone/>
              <a:defRPr sz="3200" b="0" i="0" u="none" strike="noStrike" cap="none">
                <a:solidFill>
                  <a:schemeClr val="lt1"/>
                </a:solidFill>
                <a:latin typeface="Arial" panose="020B0604020202020204"/>
                <a:ea typeface="Arial" panose="020B0604020202020204"/>
                <a:cs typeface="Arial" panose="020B0604020202020204"/>
                <a:sym typeface="Arial" panose="020B0604020202020204"/>
              </a:defRPr>
            </a:lvl7pPr>
            <a:lvl8pPr marR="0" lvl="7" algn="l" rtl="0">
              <a:spcBef>
                <a:spcPts val="0"/>
              </a:spcBef>
              <a:spcAft>
                <a:spcPts val="0"/>
              </a:spcAft>
              <a:buSzPts val="1400"/>
              <a:buNone/>
              <a:defRPr sz="3200" b="0" i="0" u="none" strike="noStrike" cap="none">
                <a:solidFill>
                  <a:schemeClr val="lt1"/>
                </a:solidFill>
                <a:latin typeface="Arial" panose="020B0604020202020204"/>
                <a:ea typeface="Arial" panose="020B0604020202020204"/>
                <a:cs typeface="Arial" panose="020B0604020202020204"/>
                <a:sym typeface="Arial" panose="020B0604020202020204"/>
              </a:defRPr>
            </a:lvl8pPr>
            <a:lvl9pPr marR="0" lvl="8" algn="l" rtl="0">
              <a:spcBef>
                <a:spcPts val="0"/>
              </a:spcBef>
              <a:spcAft>
                <a:spcPts val="0"/>
              </a:spcAft>
              <a:buSzPts val="1400"/>
              <a:buNone/>
              <a:defRPr sz="3200" b="0" i="0" u="none" strike="noStrike" cap="none">
                <a:solidFill>
                  <a:schemeClr val="lt1"/>
                </a:solidFill>
                <a:latin typeface="Arial" panose="020B0604020202020204"/>
                <a:ea typeface="Arial" panose="020B0604020202020204"/>
                <a:cs typeface="Arial" panose="020B0604020202020204"/>
                <a:sym typeface="Arial" panose="020B0604020202020204"/>
              </a:defRPr>
            </a:lvl9pPr>
          </a:lstStyle>
          <a:p/>
        </p:txBody>
      </p:sp>
      <p:sp>
        <p:nvSpPr>
          <p:cNvPr id="7" name="Google Shape;7;p1"/>
          <p:cNvSpPr txBox="1"/>
          <p:nvPr>
            <p:ph type="body" idx="1"/>
          </p:nvPr>
        </p:nvSpPr>
        <p:spPr>
          <a:xfrm>
            <a:off x="1619250" y="897731"/>
            <a:ext cx="6481800" cy="3564600"/>
          </a:xfrm>
          <a:prstGeom prst="rect">
            <a:avLst/>
          </a:prstGeom>
          <a:noFill/>
          <a:ln>
            <a:noFill/>
          </a:ln>
        </p:spPr>
        <p:txBody>
          <a:bodyPr spcFirstLastPara="1" wrap="square" lIns="91425" tIns="45700" rIns="91425" bIns="45700" anchor="t" anchorCtr="0">
            <a:noAutofit/>
          </a:bodyPr>
          <a:lstStyle>
            <a:lvl1pPr marL="457200" marR="0" lvl="0" indent="-406400" algn="l" rtl="0">
              <a:spcBef>
                <a:spcPts val="560"/>
              </a:spcBef>
              <a:spcAft>
                <a:spcPts val="0"/>
              </a:spcAft>
              <a:buClr>
                <a:schemeClr val="lt1"/>
              </a:buClr>
              <a:buSzPts val="2800"/>
              <a:buFont typeface="Arial" panose="020B0604020202020204"/>
              <a:buChar char="•"/>
              <a:defRPr sz="2800" b="0" i="0" u="none" strike="noStrike" cap="none">
                <a:solidFill>
                  <a:schemeClr val="lt1"/>
                </a:solidFill>
                <a:latin typeface="Arial" panose="020B0604020202020204"/>
                <a:ea typeface="Arial" panose="020B0604020202020204"/>
                <a:cs typeface="Arial" panose="020B0604020202020204"/>
                <a:sym typeface="Arial" panose="020B0604020202020204"/>
              </a:defRPr>
            </a:lvl1pPr>
            <a:lvl2pPr marL="914400" marR="0" lvl="1" indent="-381000" algn="l" rtl="0">
              <a:spcBef>
                <a:spcPts val="480"/>
              </a:spcBef>
              <a:spcAft>
                <a:spcPts val="0"/>
              </a:spcAft>
              <a:buClr>
                <a:schemeClr val="lt1"/>
              </a:buClr>
              <a:buSzPts val="2400"/>
              <a:buFont typeface="Arial" panose="020B0604020202020204"/>
              <a:buChar char="–"/>
              <a:defRPr sz="2400" b="1" i="0" u="none" strike="noStrike" cap="none">
                <a:solidFill>
                  <a:schemeClr val="lt1"/>
                </a:solidFill>
                <a:latin typeface="Arial" panose="020B0604020202020204"/>
                <a:ea typeface="Arial" panose="020B0604020202020204"/>
                <a:cs typeface="Arial" panose="020B0604020202020204"/>
                <a:sym typeface="Arial" panose="020B0604020202020204"/>
              </a:defRPr>
            </a:lvl2pPr>
            <a:lvl3pPr marL="1371600" marR="0" lvl="2" indent="-381000" algn="l" rtl="0">
              <a:spcBef>
                <a:spcPts val="480"/>
              </a:spcBef>
              <a:spcAft>
                <a:spcPts val="0"/>
              </a:spcAft>
              <a:buClr>
                <a:schemeClr val="lt1"/>
              </a:buClr>
              <a:buSzPts val="2400"/>
              <a:buFont typeface="Arial" panose="020B0604020202020204"/>
              <a:buChar char="•"/>
              <a:defRPr sz="2400" b="0" i="0" u="none" strike="noStrike" cap="none">
                <a:solidFill>
                  <a:schemeClr val="lt1"/>
                </a:solidFill>
                <a:latin typeface="Arial" panose="020B0604020202020204"/>
                <a:ea typeface="Arial" panose="020B0604020202020204"/>
                <a:cs typeface="Arial" panose="020B0604020202020204"/>
                <a:sym typeface="Arial" panose="020B0604020202020204"/>
              </a:defRPr>
            </a:lvl3pPr>
            <a:lvl4pPr marL="1828800" marR="0" lvl="3" indent="-355600" algn="l" rtl="0">
              <a:spcBef>
                <a:spcPts val="400"/>
              </a:spcBef>
              <a:spcAft>
                <a:spcPts val="0"/>
              </a:spcAft>
              <a:buClr>
                <a:schemeClr val="lt1"/>
              </a:buClr>
              <a:buSzPts val="2000"/>
              <a:buFont typeface="Arial" panose="020B0604020202020204"/>
              <a:buChar char="–"/>
              <a:defRPr sz="2000" b="0" i="0" u="none" strike="noStrike" cap="none">
                <a:solidFill>
                  <a:schemeClr val="lt1"/>
                </a:solidFill>
                <a:latin typeface="Arial" panose="020B0604020202020204"/>
                <a:ea typeface="Arial" panose="020B0604020202020204"/>
                <a:cs typeface="Arial" panose="020B0604020202020204"/>
                <a:sym typeface="Arial" panose="020B0604020202020204"/>
              </a:defRPr>
            </a:lvl4pPr>
            <a:lvl5pPr marL="2286000" marR="0" lvl="4" indent="-355600" algn="l" rtl="0">
              <a:spcBef>
                <a:spcPts val="400"/>
              </a:spcBef>
              <a:spcAft>
                <a:spcPts val="0"/>
              </a:spcAft>
              <a:buClr>
                <a:schemeClr val="lt1"/>
              </a:buClr>
              <a:buSzPts val="2000"/>
              <a:buFont typeface="Arial" panose="020B0604020202020204"/>
              <a:buChar char="»"/>
              <a:defRPr sz="2000" b="0" i="0" u="none" strike="noStrike" cap="none">
                <a:solidFill>
                  <a:schemeClr val="lt1"/>
                </a:solidFill>
                <a:latin typeface="Arial" panose="020B0604020202020204"/>
                <a:ea typeface="Arial" panose="020B0604020202020204"/>
                <a:cs typeface="Arial" panose="020B0604020202020204"/>
                <a:sym typeface="Arial" panose="020B0604020202020204"/>
              </a:defRPr>
            </a:lvl5pPr>
            <a:lvl6pPr marL="2743200" marR="0" lvl="5" indent="-355600" algn="l" rtl="0">
              <a:spcBef>
                <a:spcPts val="400"/>
              </a:spcBef>
              <a:spcAft>
                <a:spcPts val="0"/>
              </a:spcAft>
              <a:buClr>
                <a:schemeClr val="lt1"/>
              </a:buClr>
              <a:buSzPts val="2000"/>
              <a:buFont typeface="Arial" panose="020B0604020202020204"/>
              <a:buChar char="»"/>
              <a:defRPr sz="2000" b="0" i="0" u="none" strike="noStrike" cap="none">
                <a:solidFill>
                  <a:schemeClr val="lt1"/>
                </a:solidFill>
                <a:latin typeface="Arial" panose="020B0604020202020204"/>
                <a:ea typeface="Arial" panose="020B0604020202020204"/>
                <a:cs typeface="Arial" panose="020B0604020202020204"/>
                <a:sym typeface="Arial" panose="020B0604020202020204"/>
              </a:defRPr>
            </a:lvl6pPr>
            <a:lvl7pPr marL="3200400" marR="0" lvl="6" indent="-355600" algn="l" rtl="0">
              <a:spcBef>
                <a:spcPts val="400"/>
              </a:spcBef>
              <a:spcAft>
                <a:spcPts val="0"/>
              </a:spcAft>
              <a:buClr>
                <a:schemeClr val="lt1"/>
              </a:buClr>
              <a:buSzPts val="2000"/>
              <a:buFont typeface="Arial" panose="020B0604020202020204"/>
              <a:buChar char="»"/>
              <a:defRPr sz="2000" b="0" i="0" u="none" strike="noStrike" cap="none">
                <a:solidFill>
                  <a:schemeClr val="lt1"/>
                </a:solidFill>
                <a:latin typeface="Arial" panose="020B0604020202020204"/>
                <a:ea typeface="Arial" panose="020B0604020202020204"/>
                <a:cs typeface="Arial" panose="020B0604020202020204"/>
                <a:sym typeface="Arial" panose="020B0604020202020204"/>
              </a:defRPr>
            </a:lvl7pPr>
            <a:lvl8pPr marL="3657600" marR="0" lvl="7" indent="-355600" algn="l" rtl="0">
              <a:spcBef>
                <a:spcPts val="400"/>
              </a:spcBef>
              <a:spcAft>
                <a:spcPts val="0"/>
              </a:spcAft>
              <a:buClr>
                <a:schemeClr val="lt1"/>
              </a:buClr>
              <a:buSzPts val="2000"/>
              <a:buFont typeface="Arial" panose="020B0604020202020204"/>
              <a:buChar char="»"/>
              <a:defRPr sz="2000" b="0" i="0" u="none" strike="noStrike" cap="none">
                <a:solidFill>
                  <a:schemeClr val="lt1"/>
                </a:solidFill>
                <a:latin typeface="Arial" panose="020B0604020202020204"/>
                <a:ea typeface="Arial" panose="020B0604020202020204"/>
                <a:cs typeface="Arial" panose="020B0604020202020204"/>
                <a:sym typeface="Arial" panose="020B0604020202020204"/>
              </a:defRPr>
            </a:lvl8pPr>
            <a:lvl9pPr marL="4114800" marR="0" lvl="8" indent="-355600" algn="l" rtl="0">
              <a:spcBef>
                <a:spcPts val="400"/>
              </a:spcBef>
              <a:spcAft>
                <a:spcPts val="0"/>
              </a:spcAft>
              <a:buClr>
                <a:schemeClr val="lt1"/>
              </a:buClr>
              <a:buSzPts val="2000"/>
              <a:buFont typeface="Arial" panose="020B0604020202020204"/>
              <a:buChar char="»"/>
              <a:defRPr sz="2000" b="0" i="0" u="none" strike="noStrike" cap="none">
                <a:solidFill>
                  <a:schemeClr val="lt1"/>
                </a:solidFill>
                <a:latin typeface="Arial" panose="020B0604020202020204"/>
                <a:ea typeface="Arial" panose="020B0604020202020204"/>
                <a:cs typeface="Arial" panose="020B0604020202020204"/>
                <a:sym typeface="Arial" panose="020B0604020202020204"/>
              </a:defRPr>
            </a:lvl9pPr>
          </a:lstStyle>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1.xml"/><Relationship Id="rId1" Type="http://schemas.openxmlformats.org/officeDocument/2006/relationships/image" Target="../media/image3.jpeg"/></Relationships>
</file>

<file path=ppt/slides/_rels/slide2.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2.xml"/><Relationship Id="rId1" Type="http://schemas.openxmlformats.org/officeDocument/2006/relationships/image" Target="../media/image3.jpeg"/></Relationships>
</file>

<file path=ppt/slides/_rels/slide3.xml.rels><?xml version="1.0" encoding="UTF-8" standalone="yes"?>
<Relationships xmlns="http://schemas.openxmlformats.org/package/2006/relationships"><Relationship Id="rId3" Type="http://schemas.openxmlformats.org/officeDocument/2006/relationships/notesSlide" Target="../notesSlides/notesSlide3.xml"/><Relationship Id="rId2" Type="http://schemas.openxmlformats.org/officeDocument/2006/relationships/slideLayout" Target="../slideLayouts/slideLayout2.xml"/><Relationship Id="rId1" Type="http://schemas.openxmlformats.org/officeDocument/2006/relationships/image" Target="../media/image3.jpeg"/></Relationships>
</file>

<file path=ppt/slides/_rels/slide4.xml.rels><?xml version="1.0" encoding="UTF-8" standalone="yes"?>
<Relationships xmlns="http://schemas.openxmlformats.org/package/2006/relationships"><Relationship Id="rId3" Type="http://schemas.openxmlformats.org/officeDocument/2006/relationships/notesSlide" Target="../notesSlides/notesSlide4.xml"/><Relationship Id="rId2" Type="http://schemas.openxmlformats.org/officeDocument/2006/relationships/slideLayout" Target="../slideLayouts/slideLayout2.xml"/><Relationship Id="rId1" Type="http://schemas.openxmlformats.org/officeDocument/2006/relationships/image" Target="../media/image3.jpeg"/></Relationships>
</file>

<file path=ppt/slides/_rels/slide5.xml.rels><?xml version="1.0" encoding="UTF-8" standalone="yes"?>
<Relationships xmlns="http://schemas.openxmlformats.org/package/2006/relationships"><Relationship Id="rId4" Type="http://schemas.openxmlformats.org/officeDocument/2006/relationships/notesSlide" Target="../notesSlides/notesSlide5.xml"/><Relationship Id="rId3" Type="http://schemas.openxmlformats.org/officeDocument/2006/relationships/slideLayout" Target="../slideLayouts/slideLayout9.xml"/><Relationship Id="rId2" Type="http://schemas.openxmlformats.org/officeDocument/2006/relationships/image" Target="../media/image4.png"/><Relationship Id="rId1" Type="http://schemas.openxmlformats.org/officeDocument/2006/relationships/image" Target="../media/image3.jpeg"/></Relationships>
</file>

<file path=ppt/slides/_rels/slide6.xml.rels><?xml version="1.0" encoding="UTF-8" standalone="yes"?>
<Relationships xmlns="http://schemas.openxmlformats.org/package/2006/relationships"><Relationship Id="rId3" Type="http://schemas.openxmlformats.org/officeDocument/2006/relationships/notesSlide" Target="../notesSlides/notesSlide6.xml"/><Relationship Id="rId2" Type="http://schemas.openxmlformats.org/officeDocument/2006/relationships/slideLayout" Target="../slideLayouts/slideLayout2.xml"/><Relationship Id="rId1" Type="http://schemas.openxmlformats.org/officeDocument/2006/relationships/image" Target="../media/image3.jpeg"/></Relationships>
</file>

<file path=ppt/slides/_rels/slide7.xml.rels><?xml version="1.0" encoding="UTF-8" standalone="yes"?>
<Relationships xmlns="http://schemas.openxmlformats.org/package/2006/relationships"><Relationship Id="rId3" Type="http://schemas.openxmlformats.org/officeDocument/2006/relationships/notesSlide" Target="../notesSlides/notesSlide7.xml"/><Relationship Id="rId2" Type="http://schemas.openxmlformats.org/officeDocument/2006/relationships/slideLayout" Target="../slideLayouts/slideLayout2.xml"/><Relationship Id="rId1" Type="http://schemas.openxmlformats.org/officeDocument/2006/relationships/image" Target="../media/image3.jpeg"/></Relationships>
</file>

<file path=ppt/slides/_rels/slide8.xml.rels><?xml version="1.0" encoding="UTF-8" standalone="yes"?>
<Relationships xmlns="http://schemas.openxmlformats.org/package/2006/relationships"><Relationship Id="rId3" Type="http://schemas.openxmlformats.org/officeDocument/2006/relationships/notesSlide" Target="../notesSlides/notesSlide8.xml"/><Relationship Id="rId2" Type="http://schemas.openxmlformats.org/officeDocument/2006/relationships/slideLayout" Target="../slideLayouts/slideLayout2.xml"/><Relationship Id="rId1" Type="http://schemas.openxmlformats.org/officeDocument/2006/relationships/image" Target="../media/image3.jpeg"/></Relationships>
</file>

<file path=ppt/slides/_rels/slide9.xml.rels><?xml version="1.0" encoding="UTF-8" standalone="yes"?>
<Relationships xmlns="http://schemas.openxmlformats.org/package/2006/relationships"><Relationship Id="rId3" Type="http://schemas.openxmlformats.org/officeDocument/2006/relationships/notesSlide" Target="../notesSlides/notesSlide9.xml"/><Relationship Id="rId2" Type="http://schemas.openxmlformats.org/officeDocument/2006/relationships/slideLayout" Target="../slideLayouts/slideLayout2.xml"/><Relationship Id="rId1" Type="http://schemas.openxmlformats.org/officeDocument/2006/relationships/image" Target="../media/image3.jpeg"/></Relationships>
</file>

<file path=ppt/slides/_rels/slide10.xml.rels><?xml version="1.0" encoding="UTF-8" standalone="yes"?>
<Relationships xmlns="http://schemas.openxmlformats.org/package/2006/relationships"><Relationship Id="rId4" Type="http://schemas.openxmlformats.org/officeDocument/2006/relationships/notesSlide" Target="../notesSlides/notesSlide10.xml"/><Relationship Id="rId3" Type="http://schemas.openxmlformats.org/officeDocument/2006/relationships/slideLayout" Target="../slideLayouts/slideLayout9.xml"/><Relationship Id="rId2" Type="http://schemas.openxmlformats.org/officeDocument/2006/relationships/image" Target="../media/image5.jpeg"/><Relationship Id="rId1" Type="http://schemas.openxmlformats.org/officeDocument/2006/relationships/image" Target="../media/image3.jpeg"/></Relationships>
</file>

<file path=ppt/slides/_rels/slide11.xml.rels><?xml version="1.0" encoding="UTF-8" standalone="yes"?>
<Relationships xmlns="http://schemas.openxmlformats.org/package/2006/relationships"><Relationship Id="rId3" Type="http://schemas.openxmlformats.org/officeDocument/2006/relationships/notesSlide" Target="../notesSlides/notesSlide11.xml"/><Relationship Id="rId2" Type="http://schemas.openxmlformats.org/officeDocument/2006/relationships/slideLayout" Target="../slideLayouts/slideLayout2.xml"/><Relationship Id="rId1" Type="http://schemas.openxmlformats.org/officeDocument/2006/relationships/image" Target="../media/image3.jpeg"/></Relationships>
</file>

<file path=ppt/slides/_rels/slide12.xml.rels><?xml version="1.0" encoding="UTF-8" standalone="yes"?>
<Relationships xmlns="http://schemas.openxmlformats.org/package/2006/relationships"><Relationship Id="rId3" Type="http://schemas.openxmlformats.org/officeDocument/2006/relationships/notesSlide" Target="../notesSlides/notesSlide12.xml"/><Relationship Id="rId2" Type="http://schemas.openxmlformats.org/officeDocument/2006/relationships/slideLayout" Target="../slideLayouts/slideLayout2.xml"/><Relationship Id="rId1" Type="http://schemas.openxmlformats.org/officeDocument/2006/relationships/image" Target="../media/image3.jpeg"/></Relationships>
</file>

<file path=ppt/slides/_rels/slide13.xml.rels><?xml version="1.0" encoding="UTF-8" standalone="yes"?>
<Relationships xmlns="http://schemas.openxmlformats.org/package/2006/relationships"><Relationship Id="rId3" Type="http://schemas.openxmlformats.org/officeDocument/2006/relationships/notesSlide" Target="../notesSlides/notesSlide13.xml"/><Relationship Id="rId2" Type="http://schemas.openxmlformats.org/officeDocument/2006/relationships/slideLayout" Target="../slideLayouts/slideLayout2.xml"/><Relationship Id="rId1" Type="http://schemas.openxmlformats.org/officeDocument/2006/relationships/image" Target="../media/image3.jpeg"/></Relationships>
</file>

<file path=ppt/slides/_rels/slide14.xml.rels><?xml version="1.0" encoding="UTF-8" standalone="yes"?>
<Relationships xmlns="http://schemas.openxmlformats.org/package/2006/relationships"><Relationship Id="rId3" Type="http://schemas.openxmlformats.org/officeDocument/2006/relationships/notesSlide" Target="../notesSlides/notesSlide14.xml"/><Relationship Id="rId2" Type="http://schemas.openxmlformats.org/officeDocument/2006/relationships/slideLayout" Target="../slideLayouts/slideLayout1.xml"/><Relationship Id="rId1" Type="http://schemas.openxmlformats.org/officeDocument/2006/relationships/image" Target="../media/image3.jpe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rotWithShape="1">
          <a:blip r:embed="rId1"/>
          <a:stretch>
            <a:fillRect/>
          </a:stretch>
        </a:blipFill>
        <a:effectLst/>
      </p:bgPr>
    </p:bg>
    <p:spTree>
      <p:nvGrpSpPr>
        <p:cNvPr id="47" name="Shape 47"/>
        <p:cNvGrpSpPr/>
        <p:nvPr/>
      </p:nvGrpSpPr>
      <p:grpSpPr>
        <a:xfrm>
          <a:off x="0" y="0"/>
          <a:ext cx="0" cy="0"/>
          <a:chOff x="0" y="0"/>
          <a:chExt cx="0" cy="0"/>
        </a:xfrm>
      </p:grpSpPr>
      <p:sp>
        <p:nvSpPr>
          <p:cNvPr id="48" name="Google Shape;48;p13"/>
          <p:cNvSpPr txBox="1"/>
          <p:nvPr>
            <p:ph type="ctrTitle"/>
          </p:nvPr>
        </p:nvSpPr>
        <p:spPr>
          <a:xfrm>
            <a:off x="311785" y="208280"/>
            <a:ext cx="8498205" cy="1847215"/>
          </a:xfrm>
          <a:prstGeom prst="rect">
            <a:avLst/>
          </a:prstGeom>
        </p:spPr>
        <p:txBody>
          <a:bodyPr spcFirstLastPara="1" wrap="square" lIns="91425" tIns="45700" rIns="91425" bIns="45700" anchor="ctr" anchorCtr="0">
            <a:noAutofit/>
          </a:bodyPr>
          <a:lstStyle/>
          <a:p>
            <a:pPr marL="0" lvl="0" indent="0" algn="ctr" rtl="0">
              <a:spcBef>
                <a:spcPts val="0"/>
              </a:spcBef>
              <a:spcAft>
                <a:spcPts val="0"/>
              </a:spcAft>
              <a:buNone/>
            </a:pPr>
            <a:r>
              <a:rPr lang="en-US" altLang="en-IN" sz="3800" b="0" dirty="0">
                <a:effectLst>
                  <a:outerShdw blurRad="50800" dist="38100" dir="5400000" algn="t" rotWithShape="0">
                    <a:prstClr val="black">
                      <a:alpha val="40000"/>
                    </a:prstClr>
                  </a:outerShdw>
                </a:effectLst>
                <a:latin typeface="Algerian" panose="04020705040A02060702" charset="0"/>
                <a:ea typeface="Helmet" pitchFamily="50" charset="-128"/>
                <a:cs typeface="Algerian" panose="04020705040A02060702" charset="0"/>
                <a:sym typeface="+mn-ea"/>
              </a:rPr>
              <a:t>HOSPITAL </a:t>
            </a:r>
            <a:r>
              <a:rPr lang="en-IN" sz="3800" b="0" dirty="0">
                <a:effectLst>
                  <a:outerShdw blurRad="50800" dist="38100" dir="5400000" algn="t" rotWithShape="0">
                    <a:prstClr val="black">
                      <a:alpha val="40000"/>
                    </a:prstClr>
                  </a:outerShdw>
                </a:effectLst>
                <a:latin typeface="Algerian" panose="04020705040A02060702" charset="0"/>
                <a:ea typeface="Helmet" pitchFamily="50" charset="-128"/>
                <a:cs typeface="Algerian" panose="04020705040A02060702" charset="0"/>
                <a:sym typeface="+mn-ea"/>
              </a:rPr>
              <a:t>Management System​</a:t>
            </a:r>
            <a:r>
              <a:rPr lang="en-US" altLang="en-IN" sz="3800" b="0" dirty="0">
                <a:effectLst>
                  <a:outerShdw blurRad="50800" dist="38100" dir="5400000" algn="t" rotWithShape="0">
                    <a:prstClr val="black">
                      <a:alpha val="40000"/>
                    </a:prstClr>
                  </a:outerShdw>
                </a:effectLst>
                <a:latin typeface="Algerian" panose="04020705040A02060702" charset="0"/>
                <a:ea typeface="Helmet" pitchFamily="50" charset="-128"/>
                <a:cs typeface="Algerian" panose="04020705040A02060702" charset="0"/>
                <a:sym typeface="+mn-ea"/>
              </a:rPr>
              <a:t> USING MERN STACK</a:t>
            </a:r>
            <a:endParaRPr lang="en-US" altLang="en-IN" sz="3800" b="0" dirty="0">
              <a:effectLst>
                <a:outerShdw blurRad="50800" dist="38100" dir="5400000" algn="t" rotWithShape="0">
                  <a:prstClr val="black">
                    <a:alpha val="40000"/>
                  </a:prstClr>
                </a:outerShdw>
              </a:effectLst>
              <a:latin typeface="Algerian" panose="04020705040A02060702" charset="0"/>
              <a:ea typeface="Helmet" pitchFamily="50" charset="-128"/>
              <a:cs typeface="Algerian" panose="04020705040A02060702" charset="0"/>
              <a:sym typeface="+mn-ea"/>
            </a:endParaRPr>
          </a:p>
        </p:txBody>
      </p:sp>
      <p:sp>
        <p:nvSpPr>
          <p:cNvPr id="49" name="Google Shape;49;p13"/>
          <p:cNvSpPr txBox="1"/>
          <p:nvPr>
            <p:ph type="subTitle" idx="1"/>
          </p:nvPr>
        </p:nvSpPr>
        <p:spPr>
          <a:xfrm>
            <a:off x="547370" y="2571750"/>
            <a:ext cx="5654675" cy="2313305"/>
          </a:xfrm>
          <a:prstGeom prst="rect">
            <a:avLst/>
          </a:prstGeom>
        </p:spPr>
        <p:txBody>
          <a:bodyPr spcFirstLastPara="1" wrap="square" lIns="91425" tIns="45700" rIns="91425" bIns="45700" anchor="t" anchorCtr="0">
            <a:noAutofit/>
          </a:bodyPr>
          <a:lstStyle/>
          <a:p>
            <a:pPr marL="457200" lvl="0" indent="0" algn="l" rtl="0">
              <a:spcBef>
                <a:spcPts val="400"/>
              </a:spcBef>
              <a:spcAft>
                <a:spcPts val="0"/>
              </a:spcAft>
              <a:buNone/>
            </a:pPr>
            <a:r>
              <a:rPr lang="en-US" altLang="en-GB" sz="2800" b="0">
                <a:latin typeface="Comic Sans MS" panose="030F0702030302020204" charset="0"/>
                <a:ea typeface="Merriweather" panose="00000500000000000000"/>
                <a:cs typeface="Comic Sans MS" panose="030F0702030302020204" charset="0"/>
                <a:sym typeface="Merriweather" panose="00000500000000000000"/>
              </a:rPr>
              <a:t>Name: </a:t>
            </a:r>
            <a:r>
              <a:rPr lang="en-GB" sz="2800" b="0">
                <a:latin typeface="Comic Sans MS" panose="030F0702030302020204" charset="0"/>
                <a:ea typeface="Merriweather" panose="00000500000000000000"/>
                <a:cs typeface="Comic Sans MS" panose="030F0702030302020204" charset="0"/>
                <a:sym typeface="Merriweather" panose="00000500000000000000"/>
              </a:rPr>
              <a:t>B Sahithya </a:t>
            </a:r>
            <a:endParaRPr lang="en-GB" sz="2800" b="0">
              <a:latin typeface="Comic Sans MS" panose="030F0702030302020204" charset="0"/>
              <a:ea typeface="Merriweather" panose="00000500000000000000"/>
              <a:cs typeface="Comic Sans MS" panose="030F0702030302020204" charset="0"/>
              <a:sym typeface="Merriweather" panose="00000500000000000000"/>
            </a:endParaRPr>
          </a:p>
          <a:p>
            <a:pPr marL="457200" lvl="0" indent="0" algn="l" rtl="0">
              <a:spcBef>
                <a:spcPts val="400"/>
              </a:spcBef>
              <a:spcAft>
                <a:spcPts val="0"/>
              </a:spcAft>
              <a:buNone/>
            </a:pPr>
            <a:r>
              <a:rPr lang="en-US" altLang="en-GB" sz="2800" b="0">
                <a:latin typeface="Comic Sans MS" panose="030F0702030302020204" charset="0"/>
                <a:ea typeface="Merriweather" panose="00000500000000000000"/>
                <a:cs typeface="Comic Sans MS" panose="030F0702030302020204" charset="0"/>
                <a:sym typeface="Merriweather" panose="00000500000000000000"/>
              </a:rPr>
              <a:t>Reg No: </a:t>
            </a:r>
            <a:r>
              <a:rPr lang="en-GB" sz="2800" b="0">
                <a:latin typeface="Comic Sans MS" panose="030F0702030302020204" charset="0"/>
                <a:ea typeface="Cambria Math" panose="02040503050406030204"/>
                <a:cs typeface="Comic Sans MS" panose="030F0702030302020204" charset="0"/>
                <a:sym typeface="Cambria Math" panose="02040503050406030204"/>
              </a:rPr>
              <a:t>20MIC0007</a:t>
            </a:r>
            <a:endParaRPr sz="2800">
              <a:latin typeface="Comic Sans MS" panose="030F0702030302020204" charset="0"/>
              <a:ea typeface="Cambria Math" panose="02040503050406030204"/>
              <a:cs typeface="Comic Sans MS" panose="030F0702030302020204" charset="0"/>
              <a:sym typeface="Cambria Math" panose="02040503050406030204"/>
            </a:endParaRPr>
          </a:p>
          <a:p>
            <a:pPr marL="457200" lvl="0" indent="0" algn="l" rtl="0">
              <a:spcBef>
                <a:spcPts val="400"/>
              </a:spcBef>
              <a:spcAft>
                <a:spcPts val="0"/>
              </a:spcAft>
              <a:buNone/>
            </a:pPr>
            <a:endParaRPr sz="2800">
              <a:latin typeface="Comic Sans MS" panose="030F0702030302020204" charset="0"/>
              <a:ea typeface="Cambria Math" panose="02040503050406030204"/>
              <a:cs typeface="Comic Sans MS" panose="030F0702030302020204" charset="0"/>
              <a:sym typeface="Cambria Math" panose="02040503050406030204"/>
            </a:endParaRPr>
          </a:p>
        </p:txBody>
      </p:sp>
      <p:sp>
        <p:nvSpPr>
          <p:cNvPr id="2" name="Text Box 1"/>
          <p:cNvSpPr txBox="1"/>
          <p:nvPr/>
        </p:nvSpPr>
        <p:spPr>
          <a:xfrm>
            <a:off x="7019290" y="4578350"/>
            <a:ext cx="1791335" cy="306705"/>
          </a:xfrm>
          <a:prstGeom prst="rect">
            <a:avLst/>
          </a:prstGeom>
          <a:noFill/>
        </p:spPr>
        <p:txBody>
          <a:bodyPr wrap="square" rtlCol="0">
            <a:spAutoFit/>
          </a:bodyPr>
          <a:p>
            <a:r>
              <a:rPr lang="en-US">
                <a:solidFill>
                  <a:schemeClr val="bg1"/>
                </a:solidFill>
                <a:latin typeface="Comic Sans MS" panose="030F0702030302020204" charset="0"/>
                <a:cs typeface="Comic Sans MS" panose="030F0702030302020204" charset="0"/>
              </a:rPr>
              <a:t>Date: 17/10/2024</a:t>
            </a:r>
            <a:endParaRPr lang="en-US">
              <a:solidFill>
                <a:schemeClr val="bg1"/>
              </a:solidFill>
              <a:latin typeface="Comic Sans MS" panose="030F0702030302020204" charset="0"/>
              <a:cs typeface="Comic Sans MS" panose="030F0702030302020204" charset="0"/>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blipFill rotWithShape="1">
          <a:blip r:embed="rId1"/>
          <a:stretch>
            <a:fillRect/>
          </a:stretch>
        </a:blipFill>
        <a:effectLst/>
      </p:bgPr>
    </p:bg>
    <p:spTree>
      <p:nvGrpSpPr>
        <p:cNvPr id="53" name="Shape 53"/>
        <p:cNvGrpSpPr/>
        <p:nvPr/>
      </p:nvGrpSpPr>
      <p:grpSpPr>
        <a:xfrm>
          <a:off x="0" y="0"/>
          <a:ext cx="0" cy="0"/>
          <a:chOff x="0" y="0"/>
          <a:chExt cx="0" cy="0"/>
        </a:xfrm>
      </p:grpSpPr>
      <p:sp>
        <p:nvSpPr>
          <p:cNvPr id="54" name="Google Shape;54;p14"/>
          <p:cNvSpPr txBox="1"/>
          <p:nvPr>
            <p:ph type="title"/>
          </p:nvPr>
        </p:nvSpPr>
        <p:spPr>
          <a:xfrm>
            <a:off x="793150" y="212383"/>
            <a:ext cx="6408600" cy="637500"/>
          </a:xfrm>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n-GB" sz="3400" u="sng">
                <a:latin typeface="Algerian" panose="04020705040A02060702"/>
                <a:ea typeface="Algerian" panose="04020705040A02060702"/>
                <a:cs typeface="Algerian" panose="04020705040A02060702"/>
                <a:sym typeface="Algerian" panose="04020705040A02060702"/>
              </a:rPr>
              <a:t>Overview </a:t>
            </a:r>
            <a:endParaRPr sz="3400" u="sng">
              <a:latin typeface="Algerian" panose="04020705040A02060702"/>
              <a:ea typeface="Algerian" panose="04020705040A02060702"/>
              <a:cs typeface="Algerian" panose="04020705040A02060702"/>
              <a:sym typeface="Algerian" panose="04020705040A02060702"/>
            </a:endParaRPr>
          </a:p>
        </p:txBody>
      </p:sp>
      <p:sp>
        <p:nvSpPr>
          <p:cNvPr id="55" name="Google Shape;55;p14"/>
          <p:cNvSpPr txBox="1"/>
          <p:nvPr>
            <p:ph type="body" idx="1"/>
          </p:nvPr>
        </p:nvSpPr>
        <p:spPr>
          <a:xfrm>
            <a:off x="484505" y="1127125"/>
            <a:ext cx="8428990" cy="3779520"/>
          </a:xfrm>
          <a:prstGeom prst="rect">
            <a:avLst/>
          </a:prstGeom>
        </p:spPr>
        <p:txBody>
          <a:bodyPr spcFirstLastPara="1" wrap="square" lIns="91425" tIns="45700" rIns="91425" bIns="45700" anchor="t" anchorCtr="0">
            <a:noAutofit/>
          </a:bodyPr>
          <a:lstStyle/>
          <a:p>
            <a:pPr lvl="0" algn="l" rtl="0">
              <a:lnSpc>
                <a:spcPct val="150000"/>
              </a:lnSpc>
              <a:spcBef>
                <a:spcPts val="360"/>
              </a:spcBef>
              <a:spcAft>
                <a:spcPts val="0"/>
              </a:spcAft>
              <a:buSzPts val="1800"/>
              <a:buFont typeface="Wingdings" panose="05000000000000000000" charset="0"/>
              <a:buChar char="q"/>
            </a:pPr>
            <a:r>
              <a:rPr lang="en-GB" sz="1800">
                <a:latin typeface="Comic Sans MS" panose="030F0702030302020204" charset="0"/>
                <a:cs typeface="Comic Sans MS" panose="030F0702030302020204" charset="0"/>
              </a:rPr>
              <a:t>Introduction</a:t>
            </a:r>
            <a:endParaRPr lang="en-GB" sz="1800">
              <a:latin typeface="Comic Sans MS" panose="030F0702030302020204" charset="0"/>
              <a:cs typeface="Comic Sans MS" panose="030F0702030302020204" charset="0"/>
            </a:endParaRPr>
          </a:p>
          <a:p>
            <a:pPr lvl="0" algn="l" rtl="0">
              <a:lnSpc>
                <a:spcPct val="150000"/>
              </a:lnSpc>
              <a:spcBef>
                <a:spcPts val="360"/>
              </a:spcBef>
              <a:spcAft>
                <a:spcPts val="0"/>
              </a:spcAft>
              <a:buSzPts val="1800"/>
              <a:buFont typeface="Wingdings" panose="05000000000000000000" charset="0"/>
              <a:buChar char="q"/>
            </a:pPr>
            <a:r>
              <a:rPr lang="en-US" altLang="en-GB" sz="1800">
                <a:latin typeface="Comic Sans MS" panose="030F0702030302020204" charset="0"/>
                <a:cs typeface="Comic Sans MS" panose="030F0702030302020204" charset="0"/>
              </a:rPr>
              <a:t>Gaps identified</a:t>
            </a:r>
            <a:endParaRPr lang="en-US" altLang="en-GB" sz="1800">
              <a:latin typeface="Comic Sans MS" panose="030F0702030302020204" charset="0"/>
              <a:cs typeface="Comic Sans MS" panose="030F0702030302020204" charset="0"/>
            </a:endParaRPr>
          </a:p>
          <a:p>
            <a:pPr lvl="0" algn="l" rtl="0">
              <a:lnSpc>
                <a:spcPct val="150000"/>
              </a:lnSpc>
              <a:spcBef>
                <a:spcPts val="360"/>
              </a:spcBef>
              <a:spcAft>
                <a:spcPts val="0"/>
              </a:spcAft>
              <a:buSzPts val="1800"/>
              <a:buFont typeface="Wingdings" panose="05000000000000000000" charset="0"/>
              <a:buChar char="q"/>
            </a:pPr>
            <a:r>
              <a:rPr lang="en-US" altLang="en-GB" sz="1800">
                <a:latin typeface="Comic Sans MS" panose="030F0702030302020204" charset="0"/>
                <a:cs typeface="Comic Sans MS" panose="030F0702030302020204" charset="0"/>
              </a:rPr>
              <a:t>Objectives</a:t>
            </a:r>
            <a:r>
              <a:rPr lang="en-GB" sz="1800">
                <a:latin typeface="Comic Sans MS" panose="030F0702030302020204" charset="0"/>
                <a:cs typeface="Comic Sans MS" panose="030F0702030302020204" charset="0"/>
              </a:rPr>
              <a:t> </a:t>
            </a:r>
            <a:endParaRPr lang="en-GB" sz="1800">
              <a:latin typeface="Comic Sans MS" panose="030F0702030302020204" charset="0"/>
              <a:cs typeface="Comic Sans MS" panose="030F0702030302020204" charset="0"/>
            </a:endParaRPr>
          </a:p>
          <a:p>
            <a:pPr lvl="0" algn="l" rtl="0">
              <a:lnSpc>
                <a:spcPct val="150000"/>
              </a:lnSpc>
              <a:spcBef>
                <a:spcPts val="360"/>
              </a:spcBef>
              <a:spcAft>
                <a:spcPts val="0"/>
              </a:spcAft>
              <a:buSzPts val="1800"/>
              <a:buFont typeface="Wingdings" panose="05000000000000000000" charset="0"/>
              <a:buChar char="q"/>
            </a:pPr>
            <a:r>
              <a:rPr lang="en-US" altLang="en-GB" sz="1800">
                <a:latin typeface="Comic Sans MS" panose="030F0702030302020204" charset="0"/>
                <a:cs typeface="Comic Sans MS" panose="030F0702030302020204" charset="0"/>
              </a:rPr>
              <a:t>Problem Statement</a:t>
            </a:r>
            <a:endParaRPr lang="en-US" altLang="en-GB" sz="1800">
              <a:latin typeface="Comic Sans MS" panose="030F0702030302020204" charset="0"/>
              <a:cs typeface="Comic Sans MS" panose="030F0702030302020204" charset="0"/>
            </a:endParaRPr>
          </a:p>
          <a:p>
            <a:pPr lvl="0" algn="l" rtl="0">
              <a:lnSpc>
                <a:spcPct val="150000"/>
              </a:lnSpc>
              <a:spcBef>
                <a:spcPts val="360"/>
              </a:spcBef>
              <a:spcAft>
                <a:spcPts val="0"/>
              </a:spcAft>
              <a:buSzPts val="1800"/>
              <a:buFont typeface="Wingdings" panose="05000000000000000000" charset="0"/>
              <a:buChar char="q"/>
            </a:pPr>
            <a:r>
              <a:rPr lang="en-US" sz="1800">
                <a:latin typeface="Comic Sans MS" panose="030F0702030302020204" charset="0"/>
                <a:cs typeface="Comic Sans MS" panose="030F0702030302020204" charset="0"/>
              </a:rPr>
              <a:t>Project Plan</a:t>
            </a:r>
            <a:endParaRPr lang="en-US" sz="1800">
              <a:latin typeface="Comic Sans MS" panose="030F0702030302020204" charset="0"/>
              <a:cs typeface="Comic Sans MS" panose="030F0702030302020204" charset="0"/>
            </a:endParaRPr>
          </a:p>
          <a:p>
            <a:pPr lvl="0" algn="l" rtl="0">
              <a:lnSpc>
                <a:spcPct val="150000"/>
              </a:lnSpc>
              <a:spcBef>
                <a:spcPts val="360"/>
              </a:spcBef>
              <a:spcAft>
                <a:spcPts val="0"/>
              </a:spcAft>
              <a:buSzPts val="1800"/>
              <a:buFont typeface="Wingdings" panose="05000000000000000000" charset="0"/>
              <a:buChar char="q"/>
            </a:pPr>
            <a:r>
              <a:rPr lang="en-US" altLang="en-GB" sz="1800">
                <a:latin typeface="Comic Sans MS" panose="030F0702030302020204" charset="0"/>
                <a:cs typeface="Comic Sans MS" panose="030F0702030302020204" charset="0"/>
              </a:rPr>
              <a:t>Proposed Architecture</a:t>
            </a:r>
            <a:endParaRPr lang="en-US" altLang="en-GB" sz="1800">
              <a:latin typeface="Comic Sans MS" panose="030F0702030302020204" charset="0"/>
              <a:cs typeface="Comic Sans MS" panose="030F0702030302020204" charset="0"/>
            </a:endParaRPr>
          </a:p>
          <a:p>
            <a:pPr lvl="0" algn="l" rtl="0">
              <a:lnSpc>
                <a:spcPct val="150000"/>
              </a:lnSpc>
              <a:spcBef>
                <a:spcPts val="360"/>
              </a:spcBef>
              <a:spcAft>
                <a:spcPts val="0"/>
              </a:spcAft>
              <a:buSzPts val="1800"/>
              <a:buFont typeface="Wingdings" panose="05000000000000000000" charset="0"/>
              <a:buChar char="q"/>
            </a:pPr>
            <a:r>
              <a:rPr lang="en-US" altLang="en-GB" sz="1800">
                <a:latin typeface="Comic Sans MS" panose="030F0702030302020204" charset="0"/>
                <a:cs typeface="Comic Sans MS" panose="030F0702030302020204" charset="0"/>
              </a:rPr>
              <a:t>Technologies to be used</a:t>
            </a:r>
            <a:endParaRPr lang="en-US" altLang="en-GB" sz="1800">
              <a:latin typeface="Comic Sans MS" panose="030F0702030302020204" charset="0"/>
              <a:cs typeface="Comic Sans MS" panose="030F0702030302020204" charset="0"/>
            </a:endParaRPr>
          </a:p>
          <a:p>
            <a:pPr lvl="0" algn="l" rtl="0">
              <a:lnSpc>
                <a:spcPct val="150000"/>
              </a:lnSpc>
              <a:spcBef>
                <a:spcPts val="360"/>
              </a:spcBef>
              <a:spcAft>
                <a:spcPts val="0"/>
              </a:spcAft>
              <a:buSzPts val="1800"/>
              <a:buFont typeface="Wingdings" panose="05000000000000000000" charset="0"/>
              <a:buChar char="q"/>
            </a:pPr>
            <a:r>
              <a:rPr lang="en-US" altLang="en-GB" sz="1800">
                <a:latin typeface="Comic Sans MS" panose="030F0702030302020204" charset="0"/>
                <a:cs typeface="Comic Sans MS" panose="030F0702030302020204" charset="0"/>
              </a:rPr>
              <a:t>Reference Links</a:t>
            </a:r>
            <a:endParaRPr lang="en-US" altLang="en-GB" sz="1800">
              <a:latin typeface="Comic Sans MS" panose="030F0702030302020204" charset="0"/>
              <a:cs typeface="Comic Sans MS" panose="030F0702030302020204" charset="0"/>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blipFill rotWithShape="1">
          <a:blip r:embed="rId1"/>
          <a:stretch>
            <a:fillRect/>
          </a:stretch>
        </a:blipFill>
        <a:effectLst/>
      </p:bgPr>
    </p:bg>
    <p:spTree>
      <p:nvGrpSpPr>
        <p:cNvPr id="53" name="Shape 53"/>
        <p:cNvGrpSpPr/>
        <p:nvPr/>
      </p:nvGrpSpPr>
      <p:grpSpPr>
        <a:xfrm>
          <a:off x="0" y="0"/>
          <a:ext cx="0" cy="0"/>
          <a:chOff x="0" y="0"/>
          <a:chExt cx="0" cy="0"/>
        </a:xfrm>
      </p:grpSpPr>
      <p:sp>
        <p:nvSpPr>
          <p:cNvPr id="54" name="Google Shape;54;p14"/>
          <p:cNvSpPr txBox="1"/>
          <p:nvPr>
            <p:ph type="title"/>
          </p:nvPr>
        </p:nvSpPr>
        <p:spPr>
          <a:xfrm>
            <a:off x="793150" y="212383"/>
            <a:ext cx="6408600" cy="637500"/>
          </a:xfrm>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n-US" altLang="en-GB" sz="3400" u="sng">
                <a:latin typeface="Algerian" panose="04020705040A02060702"/>
                <a:ea typeface="Algerian" panose="04020705040A02060702"/>
                <a:cs typeface="Algerian" panose="04020705040A02060702"/>
                <a:sym typeface="Algerian" panose="04020705040A02060702"/>
              </a:rPr>
              <a:t>introduction</a:t>
            </a:r>
            <a:r>
              <a:rPr lang="en-GB" sz="3400" u="sng">
                <a:latin typeface="Algerian" panose="04020705040A02060702"/>
                <a:ea typeface="Algerian" panose="04020705040A02060702"/>
                <a:cs typeface="Algerian" panose="04020705040A02060702"/>
                <a:sym typeface="Algerian" panose="04020705040A02060702"/>
              </a:rPr>
              <a:t> </a:t>
            </a:r>
            <a:endParaRPr sz="3400" u="sng">
              <a:latin typeface="Algerian" panose="04020705040A02060702"/>
              <a:ea typeface="Algerian" panose="04020705040A02060702"/>
              <a:cs typeface="Algerian" panose="04020705040A02060702"/>
              <a:sym typeface="Algerian" panose="04020705040A02060702"/>
            </a:endParaRPr>
          </a:p>
        </p:txBody>
      </p:sp>
      <p:sp>
        <p:nvSpPr>
          <p:cNvPr id="55" name="Google Shape;55;p14"/>
          <p:cNvSpPr txBox="1"/>
          <p:nvPr>
            <p:ph type="body" idx="1"/>
          </p:nvPr>
        </p:nvSpPr>
        <p:spPr>
          <a:xfrm>
            <a:off x="484505" y="1185545"/>
            <a:ext cx="8428990" cy="3756025"/>
          </a:xfrm>
          <a:prstGeom prst="rect">
            <a:avLst/>
          </a:prstGeom>
        </p:spPr>
        <p:txBody>
          <a:bodyPr spcFirstLastPara="1" wrap="square" lIns="91425" tIns="45700" rIns="91425" bIns="45700" anchor="t" anchorCtr="0">
            <a:noAutofit/>
          </a:bodyPr>
          <a:lstStyle/>
          <a:p>
            <a:pPr marL="285750" indent="-285750" algn="just">
              <a:lnSpc>
                <a:spcPct val="150000"/>
              </a:lnSpc>
              <a:buFont typeface="Wingdings" panose="05000000000000000000" charset="0"/>
              <a:buChar char="q"/>
            </a:pPr>
            <a:r>
              <a:rPr lang="en-US" sz="1800" dirty="0">
                <a:latin typeface="Comic Sans MS" panose="030F0702030302020204" charset="0"/>
                <a:ea typeface="Open Sans" panose="020B0606030504020204" pitchFamily="34" charset="0"/>
                <a:cs typeface="Open Sans" panose="020B0606030504020204" pitchFamily="34" charset="0"/>
                <a:sym typeface="+mn-ea"/>
              </a:rPr>
              <a:t>A hospital management system (HMS) is a comprehensive software solution designed to streamline and automate various administrative, clinical, and financial processes within a healthcare facility.</a:t>
            </a:r>
            <a:endParaRPr lang="en-US" sz="1800" dirty="0">
              <a:latin typeface="Comic Sans MS" panose="030F0702030302020204" charset="0"/>
              <a:ea typeface="Open Sans" panose="020B0606030504020204" pitchFamily="34" charset="0"/>
              <a:cs typeface="Open Sans" panose="020B0606030504020204" pitchFamily="34" charset="0"/>
            </a:endParaRPr>
          </a:p>
          <a:p>
            <a:pPr marL="285750" indent="-285750" algn="just">
              <a:lnSpc>
                <a:spcPct val="150000"/>
              </a:lnSpc>
              <a:buFont typeface="Wingdings" panose="05000000000000000000" charset="0"/>
              <a:buChar char="q"/>
            </a:pPr>
            <a:r>
              <a:rPr lang="en-GB" sz="1800">
                <a:latin typeface="Comic Sans MS" panose="030F0702030302020204" charset="0"/>
                <a:cs typeface="Comic Sans MS" panose="030F0702030302020204" charset="0"/>
              </a:rPr>
              <a:t>It incorporates a number of healthcare administration functions, such as prescription management, medical inventory management, doctor scheduling, and patient visits. </a:t>
            </a:r>
            <a:endParaRPr lang="en-GB" sz="1800">
              <a:latin typeface="Comic Sans MS" panose="030F0702030302020204" charset="0"/>
              <a:cs typeface="Comic Sans MS" panose="030F0702030302020204" charset="0"/>
            </a:endParaRPr>
          </a:p>
          <a:p>
            <a:pPr marL="285750" indent="-285750" algn="just">
              <a:lnSpc>
                <a:spcPct val="150000"/>
              </a:lnSpc>
              <a:buFont typeface="Wingdings" panose="05000000000000000000" charset="0"/>
              <a:buChar char="q"/>
            </a:pPr>
            <a:r>
              <a:rPr lang="en-GB" sz="1800">
                <a:latin typeface="Comic Sans MS" panose="030F0702030302020204" charset="0"/>
                <a:cs typeface="Comic Sans MS" panose="030F0702030302020204" charset="0"/>
              </a:rPr>
              <a:t>By digitizing and automating administrative and clinical tasks, an HMS improves the efficiency, accuracy, and quality of healthcare services.</a:t>
            </a:r>
            <a:endParaRPr lang="en-GB" sz="1800">
              <a:latin typeface="Comic Sans MS" panose="030F0702030302020204" charset="0"/>
              <a:cs typeface="Comic Sans MS" panose="030F0702030302020204" charset="0"/>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rotWithShape="1">
          <a:blip r:embed="rId1"/>
          <a:stretch>
            <a:fillRect/>
          </a:stretch>
        </a:blipFill>
        <a:effectLst/>
      </p:bgPr>
    </p:bg>
    <p:spTree>
      <p:nvGrpSpPr>
        <p:cNvPr id="53" name="Shape 53"/>
        <p:cNvGrpSpPr/>
        <p:nvPr/>
      </p:nvGrpSpPr>
      <p:grpSpPr>
        <a:xfrm>
          <a:off x="0" y="0"/>
          <a:ext cx="0" cy="0"/>
          <a:chOff x="0" y="0"/>
          <a:chExt cx="0" cy="0"/>
        </a:xfrm>
      </p:grpSpPr>
      <p:sp>
        <p:nvSpPr>
          <p:cNvPr id="54" name="Google Shape;54;p14"/>
          <p:cNvSpPr txBox="1"/>
          <p:nvPr>
            <p:ph type="title"/>
          </p:nvPr>
        </p:nvSpPr>
        <p:spPr>
          <a:xfrm>
            <a:off x="793150" y="212383"/>
            <a:ext cx="6408600" cy="637500"/>
          </a:xfrm>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n-US" altLang="en-GB" sz="3400" u="sng">
                <a:latin typeface="Algerian" panose="04020705040A02060702"/>
                <a:ea typeface="Algerian" panose="04020705040A02060702"/>
                <a:cs typeface="Algerian" panose="04020705040A02060702"/>
                <a:sym typeface="Algerian" panose="04020705040A02060702"/>
              </a:rPr>
              <a:t>introduction...</a:t>
            </a:r>
            <a:r>
              <a:rPr lang="en-GB" sz="3400" u="sng">
                <a:latin typeface="Algerian" panose="04020705040A02060702"/>
                <a:ea typeface="Algerian" panose="04020705040A02060702"/>
                <a:cs typeface="Algerian" panose="04020705040A02060702"/>
                <a:sym typeface="Algerian" panose="04020705040A02060702"/>
              </a:rPr>
              <a:t> </a:t>
            </a:r>
            <a:endParaRPr sz="3400" u="sng">
              <a:latin typeface="Algerian" panose="04020705040A02060702"/>
              <a:ea typeface="Algerian" panose="04020705040A02060702"/>
              <a:cs typeface="Algerian" panose="04020705040A02060702"/>
              <a:sym typeface="Algerian" panose="04020705040A02060702"/>
            </a:endParaRPr>
          </a:p>
        </p:txBody>
      </p:sp>
      <p:sp>
        <p:nvSpPr>
          <p:cNvPr id="55" name="Google Shape;55;p14"/>
          <p:cNvSpPr txBox="1"/>
          <p:nvPr>
            <p:ph type="body" idx="1"/>
          </p:nvPr>
        </p:nvSpPr>
        <p:spPr>
          <a:xfrm>
            <a:off x="484505" y="1149350"/>
            <a:ext cx="8428990" cy="3813175"/>
          </a:xfrm>
          <a:prstGeom prst="rect">
            <a:avLst/>
          </a:prstGeom>
        </p:spPr>
        <p:txBody>
          <a:bodyPr spcFirstLastPara="1" wrap="square" lIns="91425" tIns="45700" rIns="91425" bIns="45700" anchor="t" anchorCtr="0">
            <a:noAutofit/>
          </a:bodyPr>
          <a:lstStyle/>
          <a:p>
            <a:pPr lvl="0" algn="just" rtl="0">
              <a:lnSpc>
                <a:spcPct val="150000"/>
              </a:lnSpc>
              <a:spcBef>
                <a:spcPts val="0"/>
              </a:spcBef>
              <a:spcAft>
                <a:spcPts val="0"/>
              </a:spcAft>
              <a:buClr>
                <a:srgbClr val="FFFFFF"/>
              </a:buClr>
              <a:buSzPts val="1800"/>
              <a:buFont typeface="Wingdings" panose="05000000000000000000" charset="0"/>
              <a:buChar char="q"/>
            </a:pPr>
            <a:r>
              <a:rPr lang="en-US" altLang="en-GB" sz="1800">
                <a:latin typeface="Comic Sans MS" panose="030F0702030302020204" charset="0"/>
                <a:cs typeface="Comic Sans MS" panose="030F0702030302020204" charset="0"/>
              </a:rPr>
              <a:t>T</a:t>
            </a:r>
            <a:r>
              <a:rPr lang="en-GB" sz="1800">
                <a:latin typeface="Comic Sans MS" panose="030F0702030302020204" charset="0"/>
                <a:cs typeface="Comic Sans MS" panose="030F0702030302020204" charset="0"/>
              </a:rPr>
              <a:t>his HMS is built using the MERN stack—a combination of MongoDB, Express.js, React, and Node.js.</a:t>
            </a:r>
            <a:r>
              <a:rPr lang="en-US" altLang="en-GB" sz="1800">
                <a:latin typeface="Comic Sans MS" panose="030F0702030302020204" charset="0"/>
                <a:cs typeface="Comic Sans MS" panose="030F0702030302020204" charset="0"/>
              </a:rPr>
              <a:t> </a:t>
            </a:r>
            <a:r>
              <a:rPr lang="en-GB" sz="1800">
                <a:latin typeface="Comic Sans MS" panose="030F0702030302020204" charset="0"/>
                <a:cs typeface="Comic Sans MS" panose="030F0702030302020204" charset="0"/>
              </a:rPr>
              <a:t>Every element in the stack is essential to creating a cutting-edge, adaptable, and data-driven hospital management system</a:t>
            </a:r>
            <a:r>
              <a:rPr lang="en-US" altLang="en-GB" sz="1800">
                <a:latin typeface="Comic Sans MS" panose="030F0702030302020204" charset="0"/>
                <a:cs typeface="Comic Sans MS" panose="030F0702030302020204" charset="0"/>
              </a:rPr>
              <a:t>. </a:t>
            </a:r>
            <a:endParaRPr lang="en-US" altLang="en-GB" sz="1800">
              <a:latin typeface="Comic Sans MS" panose="030F0702030302020204" charset="0"/>
              <a:cs typeface="Comic Sans MS" panose="030F0702030302020204" charset="0"/>
            </a:endParaRPr>
          </a:p>
          <a:p>
            <a:pPr lvl="0" algn="just" rtl="0">
              <a:lnSpc>
                <a:spcPct val="150000"/>
              </a:lnSpc>
              <a:spcBef>
                <a:spcPts val="0"/>
              </a:spcBef>
              <a:spcAft>
                <a:spcPts val="0"/>
              </a:spcAft>
              <a:buClr>
                <a:srgbClr val="FFFFFF"/>
              </a:buClr>
              <a:buSzPts val="1800"/>
              <a:buFont typeface="Wingdings" panose="05000000000000000000" charset="0"/>
              <a:buChar char="q"/>
            </a:pPr>
            <a:r>
              <a:rPr lang="en-US" altLang="en-GB" sz="1800">
                <a:latin typeface="Comic Sans MS" panose="030F0702030302020204" charset="0"/>
                <a:cs typeface="Comic Sans MS" panose="030F0702030302020204" charset="0"/>
              </a:rPr>
              <a:t>The MERN stack is widely used for developing full-stack web applications due to its flexibility, scalability, and efficiency. </a:t>
            </a:r>
            <a:endParaRPr lang="en-US" altLang="en-GB" sz="1800">
              <a:latin typeface="Comic Sans MS" panose="030F0702030302020204" charset="0"/>
              <a:cs typeface="Comic Sans MS" panose="030F0702030302020204" charset="0"/>
            </a:endParaRPr>
          </a:p>
          <a:p>
            <a:pPr lvl="0" algn="just" rtl="0">
              <a:lnSpc>
                <a:spcPct val="150000"/>
              </a:lnSpc>
              <a:spcBef>
                <a:spcPts val="0"/>
              </a:spcBef>
              <a:spcAft>
                <a:spcPts val="0"/>
              </a:spcAft>
              <a:buClr>
                <a:srgbClr val="FFFFFF"/>
              </a:buClr>
              <a:buSzPts val="1800"/>
              <a:buFont typeface="Wingdings" panose="05000000000000000000" charset="0"/>
              <a:buChar char="q"/>
            </a:pPr>
            <a:r>
              <a:rPr lang="en-US" altLang="en-GB" sz="1800">
                <a:latin typeface="Comic Sans MS" panose="030F0702030302020204" charset="0"/>
                <a:cs typeface="Comic Sans MS" panose="030F0702030302020204" charset="0"/>
              </a:rPr>
              <a:t>Each component of the stack plays a crucial role in building a modern, responsive, and data-driven hospital management solution</a:t>
            </a:r>
            <a:endParaRPr lang="en-US" altLang="en-GB" sz="1800">
              <a:latin typeface="Comic Sans MS" panose="030F0702030302020204" charset="0"/>
              <a:cs typeface="Comic Sans MS" panose="030F0702030302020204" charset="0"/>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blipFill rotWithShape="1">
          <a:blip r:embed="rId1"/>
          <a:stretch>
            <a:fillRect/>
          </a:stretch>
        </a:blipFill>
        <a:effectLst/>
      </p:bgPr>
    </p:bg>
    <p:spTree>
      <p:nvGrpSpPr>
        <p:cNvPr id="53" name="Shape 53"/>
        <p:cNvGrpSpPr/>
        <p:nvPr/>
      </p:nvGrpSpPr>
      <p:grpSpPr>
        <a:xfrm>
          <a:off x="0" y="0"/>
          <a:ext cx="0" cy="0"/>
          <a:chOff x="0" y="0"/>
          <a:chExt cx="0" cy="0"/>
        </a:xfrm>
      </p:grpSpPr>
      <p:sp>
        <p:nvSpPr>
          <p:cNvPr id="5" name="Text Placeholder 4"/>
          <p:cNvSpPr/>
          <p:nvPr>
            <p:ph type="body" idx="1"/>
          </p:nvPr>
        </p:nvSpPr>
        <p:spPr/>
        <p:txBody>
          <a:bodyPr/>
          <a:p>
            <a:pPr algn="ctr"/>
            <a:r>
              <a:rPr lang="en-US" sz="2000">
                <a:latin typeface="Algerian" panose="04020705040A02060702" charset="0"/>
                <a:cs typeface="Algerian" panose="04020705040A02060702" charset="0"/>
              </a:rPr>
              <a:t>Working of MERN Stack</a:t>
            </a:r>
            <a:endParaRPr lang="en-US" sz="2000">
              <a:latin typeface="Algerian" panose="04020705040A02060702" charset="0"/>
              <a:cs typeface="Algerian" panose="04020705040A02060702" charset="0"/>
            </a:endParaRPr>
          </a:p>
        </p:txBody>
      </p:sp>
      <p:pic>
        <p:nvPicPr>
          <p:cNvPr id="3" name="Picture Placeholder 2" descr="mern"/>
          <p:cNvPicPr>
            <a:picLocks noChangeAspect="1"/>
          </p:cNvPicPr>
          <p:nvPr>
            <p:ph type="pic" idx="2"/>
          </p:nvPr>
        </p:nvPicPr>
        <p:blipFill>
          <a:blip r:embed="rId2"/>
          <a:stretch>
            <a:fillRect/>
          </a:stretch>
        </p:blipFill>
        <p:spPr>
          <a:xfrm>
            <a:off x="2123440" y="295910"/>
            <a:ext cx="4824445" cy="36000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blipFill rotWithShape="1">
          <a:blip r:embed="rId1"/>
          <a:stretch>
            <a:fillRect/>
          </a:stretch>
        </a:blipFill>
        <a:effectLst/>
      </p:bgPr>
    </p:bg>
    <p:spTree>
      <p:nvGrpSpPr>
        <p:cNvPr id="53" name="Shape 53"/>
        <p:cNvGrpSpPr/>
        <p:nvPr/>
      </p:nvGrpSpPr>
      <p:grpSpPr>
        <a:xfrm>
          <a:off x="0" y="0"/>
          <a:ext cx="0" cy="0"/>
          <a:chOff x="0" y="0"/>
          <a:chExt cx="0" cy="0"/>
        </a:xfrm>
      </p:grpSpPr>
      <p:sp>
        <p:nvSpPr>
          <p:cNvPr id="54" name="Google Shape;54;p14"/>
          <p:cNvSpPr txBox="1"/>
          <p:nvPr>
            <p:ph type="title"/>
          </p:nvPr>
        </p:nvSpPr>
        <p:spPr>
          <a:xfrm>
            <a:off x="246380" y="97790"/>
            <a:ext cx="8804275" cy="673735"/>
          </a:xfrm>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n-US" altLang="en-GB" sz="3400" u="sng">
                <a:latin typeface="Algerian" panose="04020705040A02060702"/>
                <a:ea typeface="Algerian" panose="04020705040A02060702"/>
                <a:cs typeface="Algerian" panose="04020705040A02060702"/>
                <a:sym typeface="Algerian" panose="04020705040A02060702"/>
              </a:rPr>
              <a:t>gaps identified</a:t>
            </a:r>
            <a:endParaRPr lang="en-US" altLang="en-GB" sz="3400" u="sng">
              <a:latin typeface="Algerian" panose="04020705040A02060702"/>
              <a:ea typeface="Algerian" panose="04020705040A02060702"/>
              <a:cs typeface="Algerian" panose="04020705040A02060702"/>
              <a:sym typeface="Algerian" panose="04020705040A02060702"/>
            </a:endParaRPr>
          </a:p>
        </p:txBody>
      </p:sp>
      <p:sp>
        <p:nvSpPr>
          <p:cNvPr id="55" name="Google Shape;55;p14"/>
          <p:cNvSpPr txBox="1"/>
          <p:nvPr>
            <p:ph type="body" idx="1"/>
          </p:nvPr>
        </p:nvSpPr>
        <p:spPr>
          <a:xfrm>
            <a:off x="107315" y="771525"/>
            <a:ext cx="8943975" cy="4313555"/>
          </a:xfrm>
          <a:prstGeom prst="rect">
            <a:avLst/>
          </a:prstGeom>
        </p:spPr>
        <p:txBody>
          <a:bodyPr spcFirstLastPara="1" wrap="square" lIns="91425" tIns="45700" rIns="91425" bIns="45700" anchor="t" anchorCtr="0">
            <a:noAutofit/>
          </a:bodyPr>
          <a:lstStyle/>
          <a:p>
            <a:pPr lvl="0" algn="l" rtl="0">
              <a:lnSpc>
                <a:spcPct val="150000"/>
              </a:lnSpc>
              <a:spcBef>
                <a:spcPts val="360"/>
              </a:spcBef>
              <a:spcAft>
                <a:spcPts val="0"/>
              </a:spcAft>
              <a:buSzPts val="1800"/>
              <a:buFont typeface="Wingdings" panose="05000000000000000000" charset="0"/>
              <a:buChar char="q"/>
            </a:pPr>
            <a:r>
              <a:rPr sz="1800">
                <a:latin typeface="Comic Sans MS" panose="030F0702030302020204" charset="0"/>
                <a:cs typeface="Comic Sans MS" panose="030F0702030302020204" charset="0"/>
              </a:rPr>
              <a:t>The system may not be accessible to individuals with limited internet access or technological proficiency [4].</a:t>
            </a:r>
            <a:endParaRPr sz="1800">
              <a:latin typeface="Comic Sans MS" panose="030F0702030302020204" charset="0"/>
              <a:cs typeface="Comic Sans MS" panose="030F0702030302020204" charset="0"/>
            </a:endParaRPr>
          </a:p>
          <a:p>
            <a:pPr lvl="0" algn="l" rtl="0">
              <a:lnSpc>
                <a:spcPct val="150000"/>
              </a:lnSpc>
              <a:spcBef>
                <a:spcPts val="360"/>
              </a:spcBef>
              <a:spcAft>
                <a:spcPts val="0"/>
              </a:spcAft>
              <a:buSzPts val="1800"/>
              <a:buFont typeface="Wingdings" panose="05000000000000000000" charset="0"/>
              <a:buChar char="q"/>
            </a:pPr>
            <a:r>
              <a:rPr sz="1800">
                <a:latin typeface="Comic Sans MS" panose="030F0702030302020204" charset="0"/>
                <a:cs typeface="Comic Sans MS" panose="030F0702030302020204" charset="0"/>
              </a:rPr>
              <a:t>The system</a:t>
            </a:r>
            <a:r>
              <a:rPr lang="en-US" sz="1800">
                <a:latin typeface="Comic Sans MS" panose="030F0702030302020204" charset="0"/>
                <a:cs typeface="Comic Sans MS" panose="030F0702030302020204" charset="0"/>
              </a:rPr>
              <a:t>’ </a:t>
            </a:r>
            <a:r>
              <a:rPr sz="1800">
                <a:latin typeface="Comic Sans MS" panose="030F0702030302020204" charset="0"/>
                <a:cs typeface="Comic Sans MS" panose="030F0702030302020204" charset="0"/>
              </a:rPr>
              <a:t>s reliability in accurately directing patients to the right department based on their symptoms might be a challenge, especially if the symptoms are complex or require in-person evaluation [5].</a:t>
            </a:r>
            <a:endParaRPr sz="1800">
              <a:latin typeface="Comic Sans MS" panose="030F0702030302020204" charset="0"/>
              <a:cs typeface="Comic Sans MS" panose="030F0702030302020204" charset="0"/>
            </a:endParaRPr>
          </a:p>
          <a:p>
            <a:pPr lvl="0" algn="l" rtl="0">
              <a:lnSpc>
                <a:spcPct val="150000"/>
              </a:lnSpc>
              <a:spcBef>
                <a:spcPts val="360"/>
              </a:spcBef>
              <a:spcAft>
                <a:spcPts val="0"/>
              </a:spcAft>
              <a:buSzPts val="1800"/>
              <a:buFont typeface="Wingdings" panose="05000000000000000000" charset="0"/>
              <a:buChar char="q"/>
            </a:pPr>
            <a:r>
              <a:rPr sz="1800">
                <a:latin typeface="Comic Sans MS" panose="030F0702030302020204" charset="0"/>
                <a:cs typeface="Comic Sans MS" panose="030F0702030302020204" charset="0"/>
              </a:rPr>
              <a:t>The responsive of the application needs to be implemented to boost the application performance and to increase the availability of the website [5].</a:t>
            </a:r>
            <a:endParaRPr sz="1800">
              <a:latin typeface="Comic Sans MS" panose="030F0702030302020204" charset="0"/>
              <a:cs typeface="Comic Sans MS" panose="030F0702030302020204" charset="0"/>
            </a:endParaRPr>
          </a:p>
          <a:p>
            <a:pPr lvl="0" algn="l" rtl="0">
              <a:lnSpc>
                <a:spcPct val="150000"/>
              </a:lnSpc>
              <a:spcBef>
                <a:spcPts val="360"/>
              </a:spcBef>
              <a:spcAft>
                <a:spcPts val="0"/>
              </a:spcAft>
              <a:buSzPts val="1800"/>
              <a:buFont typeface="Wingdings" panose="05000000000000000000" charset="0"/>
              <a:buChar char="q"/>
            </a:pPr>
            <a:r>
              <a:rPr sz="1800">
                <a:latin typeface="Comic Sans MS" panose="030F0702030302020204" charset="0"/>
                <a:cs typeface="Comic Sans MS" panose="030F0702030302020204" charset="0"/>
              </a:rPr>
              <a:t>Scalability to real world hospital scenario where large number of patients who want to access the application and requires complex scheduling requirements [7].</a:t>
            </a:r>
            <a:endParaRPr sz="1800">
              <a:latin typeface="Comic Sans MS" panose="030F0702030302020204" charset="0"/>
              <a:cs typeface="Comic Sans MS" panose="030F0702030302020204" charset="0"/>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blipFill rotWithShape="1">
          <a:blip r:embed="rId1"/>
          <a:stretch>
            <a:fillRect/>
          </a:stretch>
        </a:blipFill>
        <a:effectLst/>
      </p:bgPr>
    </p:bg>
    <p:spTree>
      <p:nvGrpSpPr>
        <p:cNvPr id="53" name="Shape 53"/>
        <p:cNvGrpSpPr/>
        <p:nvPr/>
      </p:nvGrpSpPr>
      <p:grpSpPr>
        <a:xfrm>
          <a:off x="0" y="0"/>
          <a:ext cx="0" cy="0"/>
          <a:chOff x="0" y="0"/>
          <a:chExt cx="0" cy="0"/>
        </a:xfrm>
      </p:grpSpPr>
      <p:sp>
        <p:nvSpPr>
          <p:cNvPr id="54" name="Google Shape;54;p14"/>
          <p:cNvSpPr txBox="1"/>
          <p:nvPr>
            <p:ph type="title"/>
          </p:nvPr>
        </p:nvSpPr>
        <p:spPr>
          <a:xfrm>
            <a:off x="246380" y="97790"/>
            <a:ext cx="8804275" cy="673735"/>
          </a:xfrm>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n-US" altLang="en-GB" sz="3400" u="sng">
                <a:latin typeface="Algerian" panose="04020705040A02060702"/>
                <a:ea typeface="Algerian" panose="04020705040A02060702"/>
                <a:cs typeface="Algerian" panose="04020705040A02060702"/>
                <a:sym typeface="Algerian" panose="04020705040A02060702"/>
              </a:rPr>
              <a:t>objectives</a:t>
            </a:r>
            <a:endParaRPr lang="en-US" altLang="en-GB" sz="3400" u="sng">
              <a:latin typeface="Algerian" panose="04020705040A02060702"/>
              <a:ea typeface="Algerian" panose="04020705040A02060702"/>
              <a:cs typeface="Algerian" panose="04020705040A02060702"/>
              <a:sym typeface="Algerian" panose="04020705040A02060702"/>
            </a:endParaRPr>
          </a:p>
        </p:txBody>
      </p:sp>
      <p:sp>
        <p:nvSpPr>
          <p:cNvPr id="55" name="Google Shape;55;p14"/>
          <p:cNvSpPr txBox="1"/>
          <p:nvPr>
            <p:ph type="body" idx="1"/>
          </p:nvPr>
        </p:nvSpPr>
        <p:spPr>
          <a:xfrm>
            <a:off x="107315" y="771525"/>
            <a:ext cx="8943975" cy="4313555"/>
          </a:xfrm>
          <a:prstGeom prst="rect">
            <a:avLst/>
          </a:prstGeom>
        </p:spPr>
        <p:txBody>
          <a:bodyPr spcFirstLastPara="1" wrap="square" lIns="91425" tIns="45700" rIns="91425" bIns="45700" anchor="t" anchorCtr="0">
            <a:noAutofit/>
          </a:bodyPr>
          <a:lstStyle/>
          <a:p>
            <a:pPr lvl="0" algn="l" rtl="0">
              <a:lnSpc>
                <a:spcPct val="150000"/>
              </a:lnSpc>
              <a:spcBef>
                <a:spcPts val="360"/>
              </a:spcBef>
              <a:spcAft>
                <a:spcPts val="0"/>
              </a:spcAft>
              <a:buSzPts val="1800"/>
              <a:buFont typeface="Wingdings" panose="05000000000000000000" charset="0"/>
              <a:buChar char="q"/>
            </a:pPr>
            <a:r>
              <a:rPr sz="1800">
                <a:latin typeface="Comic Sans MS" panose="030F0702030302020204" charset="0"/>
                <a:cs typeface="Comic Sans MS" panose="030F0702030302020204" charset="0"/>
              </a:rPr>
              <a:t>To integrate the MERN stack to enable scalability and flexibility, making it simple to integrate new features and expand the system in the future.</a:t>
            </a:r>
            <a:endParaRPr sz="1800">
              <a:latin typeface="Comic Sans MS" panose="030F0702030302020204" charset="0"/>
              <a:cs typeface="Comic Sans MS" panose="030F0702030302020204" charset="0"/>
            </a:endParaRPr>
          </a:p>
          <a:p>
            <a:pPr lvl="0" algn="l" rtl="0">
              <a:lnSpc>
                <a:spcPct val="150000"/>
              </a:lnSpc>
              <a:spcBef>
                <a:spcPts val="360"/>
              </a:spcBef>
              <a:spcAft>
                <a:spcPts val="0"/>
              </a:spcAft>
              <a:buSzPts val="1800"/>
              <a:buFont typeface="Wingdings" panose="05000000000000000000" charset="0"/>
              <a:buChar char="q"/>
            </a:pPr>
            <a:r>
              <a:rPr sz="1800">
                <a:latin typeface="Comic Sans MS" panose="030F0702030302020204" charset="0"/>
                <a:cs typeface="Comic Sans MS" panose="030F0702030302020204" charset="0"/>
              </a:rPr>
              <a:t>To increase efficiency in administration by providing resources for tracking inventory, scheduling appointments, checking doctor availability, and creating hospital reports.</a:t>
            </a:r>
            <a:endParaRPr sz="1800">
              <a:latin typeface="Comic Sans MS" panose="030F0702030302020204" charset="0"/>
              <a:cs typeface="Comic Sans MS" panose="030F0702030302020204" charset="0"/>
            </a:endParaRPr>
          </a:p>
          <a:p>
            <a:pPr lvl="0" algn="l" rtl="0">
              <a:lnSpc>
                <a:spcPct val="150000"/>
              </a:lnSpc>
              <a:spcBef>
                <a:spcPts val="360"/>
              </a:spcBef>
              <a:spcAft>
                <a:spcPts val="0"/>
              </a:spcAft>
              <a:buSzPts val="1800"/>
              <a:buFont typeface="Wingdings" panose="05000000000000000000" charset="0"/>
              <a:buChar char="q"/>
            </a:pPr>
            <a:r>
              <a:rPr sz="1800">
                <a:latin typeface="Comic Sans MS" panose="030F0702030302020204" charset="0"/>
                <a:cs typeface="Comic Sans MS" panose="030F0702030302020204" charset="0"/>
              </a:rPr>
              <a:t>To improve patient care by providing a simple user friendly interface to the patients to schedule appointments, read prescriptions, and access medical data.</a:t>
            </a:r>
            <a:endParaRPr sz="1800">
              <a:latin typeface="Comic Sans MS" panose="030F0702030302020204" charset="0"/>
              <a:cs typeface="Comic Sans MS" panose="030F0702030302020204" charset="0"/>
            </a:endParaRPr>
          </a:p>
          <a:p>
            <a:pPr lvl="0" algn="l" rtl="0">
              <a:lnSpc>
                <a:spcPct val="150000"/>
              </a:lnSpc>
              <a:spcBef>
                <a:spcPts val="360"/>
              </a:spcBef>
              <a:spcAft>
                <a:spcPts val="0"/>
              </a:spcAft>
              <a:buSzPts val="1800"/>
              <a:buFont typeface="Wingdings" panose="05000000000000000000" charset="0"/>
              <a:buChar char="q"/>
            </a:pPr>
            <a:r>
              <a:rPr sz="1800">
                <a:latin typeface="Comic Sans MS" panose="030F0702030302020204" charset="0"/>
                <a:cs typeface="Comic Sans MS" panose="030F0702030302020204" charset="0"/>
              </a:rPr>
              <a:t>To enable real-time data access for doctors, admins, and patients, ensuring fast access to the website.</a:t>
            </a:r>
            <a:endParaRPr sz="1800">
              <a:latin typeface="Comic Sans MS" panose="030F0702030302020204" charset="0"/>
              <a:cs typeface="Comic Sans MS" panose="030F0702030302020204" charset="0"/>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blipFill rotWithShape="1">
          <a:blip r:embed="rId1"/>
          <a:stretch>
            <a:fillRect/>
          </a:stretch>
        </a:blipFill>
        <a:effectLst/>
      </p:bgPr>
    </p:bg>
    <p:spTree>
      <p:nvGrpSpPr>
        <p:cNvPr id="53" name="Shape 53"/>
        <p:cNvGrpSpPr/>
        <p:nvPr/>
      </p:nvGrpSpPr>
      <p:grpSpPr>
        <a:xfrm>
          <a:off x="0" y="0"/>
          <a:ext cx="0" cy="0"/>
          <a:chOff x="0" y="0"/>
          <a:chExt cx="0" cy="0"/>
        </a:xfrm>
      </p:grpSpPr>
      <p:sp>
        <p:nvSpPr>
          <p:cNvPr id="54" name="Google Shape;54;p14"/>
          <p:cNvSpPr txBox="1"/>
          <p:nvPr>
            <p:ph type="title"/>
          </p:nvPr>
        </p:nvSpPr>
        <p:spPr>
          <a:xfrm>
            <a:off x="793150" y="212383"/>
            <a:ext cx="6408600" cy="637500"/>
          </a:xfrm>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n-US" sz="3400" u="sng">
                <a:latin typeface="Algerian" panose="04020705040A02060702"/>
                <a:ea typeface="Algerian" panose="04020705040A02060702"/>
                <a:cs typeface="Algerian" panose="04020705040A02060702"/>
                <a:sym typeface="Algerian" panose="04020705040A02060702"/>
              </a:rPr>
              <a:t>problem statement</a:t>
            </a:r>
            <a:endParaRPr lang="en-US" sz="3400" u="sng">
              <a:latin typeface="Algerian" panose="04020705040A02060702"/>
              <a:ea typeface="Algerian" panose="04020705040A02060702"/>
              <a:cs typeface="Algerian" panose="04020705040A02060702"/>
              <a:sym typeface="Algerian" panose="04020705040A02060702"/>
            </a:endParaRPr>
          </a:p>
        </p:txBody>
      </p:sp>
      <p:sp>
        <p:nvSpPr>
          <p:cNvPr id="55" name="Google Shape;55;p14"/>
          <p:cNvSpPr txBox="1"/>
          <p:nvPr>
            <p:ph type="body" idx="1"/>
          </p:nvPr>
        </p:nvSpPr>
        <p:spPr>
          <a:xfrm>
            <a:off x="484505" y="1527175"/>
            <a:ext cx="8428990" cy="2794000"/>
          </a:xfrm>
          <a:prstGeom prst="rect">
            <a:avLst/>
          </a:prstGeom>
        </p:spPr>
        <p:txBody>
          <a:bodyPr spcFirstLastPara="1" wrap="square" lIns="91425" tIns="45700" rIns="91425" bIns="45700" anchor="t" anchorCtr="0">
            <a:noAutofit/>
          </a:bodyPr>
          <a:lstStyle/>
          <a:p>
            <a:pPr marL="0" lvl="0" indent="0" algn="just" rtl="0">
              <a:lnSpc>
                <a:spcPct val="100000"/>
              </a:lnSpc>
              <a:spcBef>
                <a:spcPts val="0"/>
              </a:spcBef>
              <a:spcAft>
                <a:spcPts val="0"/>
              </a:spcAft>
              <a:buFont typeface="Wingdings" panose="05000000000000000000" charset="0"/>
              <a:buNone/>
            </a:pPr>
            <a:r>
              <a:rPr lang="en-US" sz="1800" b="0" dirty="0">
                <a:latin typeface="Comic Sans MS" panose="030F0702030302020204" charset="0"/>
                <a:ea typeface="Open Sans" panose="020B0606030504020204" pitchFamily="34" charset="0"/>
                <a:cs typeface="Open Sans" panose="020B0606030504020204" pitchFamily="34" charset="0"/>
                <a:sym typeface="+mn-ea"/>
              </a:rPr>
              <a:t>Ineffective manual processes in hospitals lead to mistakes, increased waiting times, and operational obstacles, affecting appointment management, medication tracking, and inventory control. Doctors struggle with resource management, while patients face difficulties in scheduling appointments and accessing medical records. Hospital administrators are burdened with manual tasks, impacting patient care quality and operational efficiency. Therefore, a comprehensive, web-based Hospital Management System (HMS) using the MERN stack is essential to automate key functions, improve efficiency, and enhance patient care while ensuring data security and scalability.</a:t>
            </a:r>
            <a:endParaRPr lang="en-US" sz="1800" b="0" dirty="0">
              <a:latin typeface="Comic Sans MS" panose="030F0702030302020204" charset="0"/>
              <a:ea typeface="Open Sans" panose="020B0606030504020204" pitchFamily="34" charset="0"/>
              <a:cs typeface="Open Sans" panose="020B0606030504020204" pitchFamily="34" charset="0"/>
              <a:sym typeface="+mn-ea"/>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blipFill rotWithShape="1">
          <a:blip r:embed="rId1"/>
          <a:stretch>
            <a:fillRect/>
          </a:stretch>
        </a:blipFill>
        <a:effectLst/>
      </p:bgPr>
    </p:bg>
    <p:spTree>
      <p:nvGrpSpPr>
        <p:cNvPr id="53" name="Shape 53"/>
        <p:cNvGrpSpPr/>
        <p:nvPr/>
      </p:nvGrpSpPr>
      <p:grpSpPr>
        <a:xfrm>
          <a:off x="0" y="0"/>
          <a:ext cx="0" cy="0"/>
          <a:chOff x="0" y="0"/>
          <a:chExt cx="0" cy="0"/>
        </a:xfrm>
      </p:grpSpPr>
      <p:sp>
        <p:nvSpPr>
          <p:cNvPr id="54" name="Google Shape;54;p14"/>
          <p:cNvSpPr txBox="1"/>
          <p:nvPr>
            <p:ph type="title"/>
          </p:nvPr>
        </p:nvSpPr>
        <p:spPr>
          <a:xfrm>
            <a:off x="263525" y="212090"/>
            <a:ext cx="6938010" cy="637540"/>
          </a:xfrm>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n-US" sz="3400" u="sng">
                <a:latin typeface="Algerian" panose="04020705040A02060702"/>
                <a:ea typeface="Algerian" panose="04020705040A02060702"/>
                <a:cs typeface="Algerian" panose="04020705040A02060702"/>
                <a:sym typeface="Algerian" panose="04020705040A02060702"/>
              </a:rPr>
              <a:t>project plan</a:t>
            </a:r>
            <a:endParaRPr lang="en-US" sz="3400" u="sng">
              <a:latin typeface="Algerian" panose="04020705040A02060702"/>
              <a:ea typeface="Algerian" panose="04020705040A02060702"/>
              <a:cs typeface="Algerian" panose="04020705040A02060702"/>
              <a:sym typeface="Algerian" panose="04020705040A02060702"/>
            </a:endParaRPr>
          </a:p>
        </p:txBody>
      </p:sp>
      <p:sp>
        <p:nvSpPr>
          <p:cNvPr id="55" name="Google Shape;55;p14"/>
          <p:cNvSpPr txBox="1"/>
          <p:nvPr>
            <p:ph type="body" idx="1"/>
          </p:nvPr>
        </p:nvSpPr>
        <p:spPr>
          <a:xfrm>
            <a:off x="263525" y="1035685"/>
            <a:ext cx="8649970" cy="3898265"/>
          </a:xfrm>
          <a:prstGeom prst="rect">
            <a:avLst/>
          </a:prstGeom>
        </p:spPr>
        <p:txBody>
          <a:bodyPr spcFirstLastPara="1" wrap="square" lIns="91425" tIns="45700" rIns="91425" bIns="45700" anchor="t" anchorCtr="0">
            <a:noAutofit/>
          </a:bodyPr>
          <a:lstStyle/>
          <a:p>
            <a:pPr marL="285750" lvl="0" indent="-285750" algn="just" rtl="0">
              <a:lnSpc>
                <a:spcPct val="150000"/>
              </a:lnSpc>
              <a:spcBef>
                <a:spcPts val="0"/>
              </a:spcBef>
              <a:spcAft>
                <a:spcPts val="0"/>
              </a:spcAft>
              <a:buFont typeface="Wingdings" panose="05000000000000000000" charset="0"/>
              <a:buChar char="q"/>
            </a:pPr>
            <a:r>
              <a:rPr lang="en-US" sz="1800" b="0" dirty="0">
                <a:latin typeface="Comic Sans MS" panose="030F0702030302020204" charset="0"/>
                <a:ea typeface="Open Sans" panose="020B0606030504020204" pitchFamily="34" charset="0"/>
                <a:cs typeface="Open Sans" panose="020B0606030504020204" pitchFamily="34" charset="0"/>
                <a:sym typeface="+mn-ea"/>
              </a:rPr>
              <a:t>Phase 1: Project planning and brainstorming (July)</a:t>
            </a:r>
            <a:endParaRPr lang="en-US" sz="1800" b="0" dirty="0">
              <a:latin typeface="Comic Sans MS" panose="030F0702030302020204" charset="0"/>
              <a:ea typeface="Open Sans" panose="020B0606030504020204" pitchFamily="34" charset="0"/>
              <a:cs typeface="Open Sans" panose="020B0606030504020204" pitchFamily="34" charset="0"/>
              <a:sym typeface="+mn-ea"/>
            </a:endParaRPr>
          </a:p>
          <a:p>
            <a:pPr marL="285750" lvl="0" indent="-285750" algn="just" rtl="0">
              <a:lnSpc>
                <a:spcPct val="150000"/>
              </a:lnSpc>
              <a:spcBef>
                <a:spcPts val="0"/>
              </a:spcBef>
              <a:spcAft>
                <a:spcPts val="0"/>
              </a:spcAft>
              <a:buFont typeface="Wingdings" panose="05000000000000000000" charset="0"/>
              <a:buChar char="q"/>
            </a:pPr>
            <a:r>
              <a:rPr lang="en-US" sz="1800" b="0" dirty="0">
                <a:latin typeface="Comic Sans MS" panose="030F0702030302020204" charset="0"/>
                <a:ea typeface="Open Sans" panose="020B0606030504020204" pitchFamily="34" charset="0"/>
                <a:cs typeface="Open Sans" panose="020B0606030504020204" pitchFamily="34" charset="0"/>
                <a:sym typeface="+mn-ea"/>
              </a:rPr>
              <a:t>Phase 2: Review 0 and Literature Survey (August)</a:t>
            </a:r>
            <a:endParaRPr lang="en-US" sz="1800" b="0" dirty="0">
              <a:latin typeface="Comic Sans MS" panose="030F0702030302020204" charset="0"/>
              <a:ea typeface="Open Sans" panose="020B0606030504020204" pitchFamily="34" charset="0"/>
              <a:cs typeface="Open Sans" panose="020B0606030504020204" pitchFamily="34" charset="0"/>
              <a:sym typeface="+mn-ea"/>
            </a:endParaRPr>
          </a:p>
          <a:p>
            <a:pPr marL="285750" lvl="0" indent="-285750" algn="just" rtl="0">
              <a:lnSpc>
                <a:spcPct val="150000"/>
              </a:lnSpc>
              <a:spcBef>
                <a:spcPts val="0"/>
              </a:spcBef>
              <a:spcAft>
                <a:spcPts val="0"/>
              </a:spcAft>
              <a:buFont typeface="Wingdings" panose="05000000000000000000" charset="0"/>
              <a:buChar char="q"/>
            </a:pPr>
            <a:r>
              <a:rPr lang="en-US" sz="1800" b="0" dirty="0">
                <a:latin typeface="Comic Sans MS" panose="030F0702030302020204" charset="0"/>
                <a:ea typeface="Open Sans" panose="020B0606030504020204" pitchFamily="34" charset="0"/>
                <a:cs typeface="Open Sans" panose="020B0606030504020204" pitchFamily="34" charset="0"/>
                <a:sym typeface="+mn-ea"/>
              </a:rPr>
              <a:t>Phase 3: Finding gaps in literature survey (September)</a:t>
            </a:r>
            <a:endParaRPr lang="en-US" sz="1800" b="0" dirty="0">
              <a:latin typeface="Comic Sans MS" panose="030F0702030302020204" charset="0"/>
              <a:ea typeface="Open Sans" panose="020B0606030504020204" pitchFamily="34" charset="0"/>
              <a:cs typeface="Open Sans" panose="020B0606030504020204" pitchFamily="34" charset="0"/>
              <a:sym typeface="+mn-ea"/>
            </a:endParaRPr>
          </a:p>
          <a:p>
            <a:pPr marL="285750" lvl="0" indent="-285750" algn="just" rtl="0">
              <a:lnSpc>
                <a:spcPct val="150000"/>
              </a:lnSpc>
              <a:spcBef>
                <a:spcPts val="0"/>
              </a:spcBef>
              <a:spcAft>
                <a:spcPts val="0"/>
              </a:spcAft>
              <a:buFont typeface="Wingdings" panose="05000000000000000000" charset="0"/>
              <a:buChar char="q"/>
            </a:pPr>
            <a:r>
              <a:rPr lang="en-US" sz="1800" b="0" dirty="0">
                <a:latin typeface="Comic Sans MS" panose="030F0702030302020204" charset="0"/>
                <a:ea typeface="Open Sans" panose="020B0606030504020204" pitchFamily="34" charset="0"/>
                <a:cs typeface="Open Sans" panose="020B0606030504020204" pitchFamily="34" charset="0"/>
                <a:sym typeface="+mn-ea"/>
              </a:rPr>
              <a:t>Phase 4: Proposed Architecture and Review 1 (October)</a:t>
            </a:r>
            <a:endParaRPr lang="en-US" sz="1800" b="0" dirty="0">
              <a:latin typeface="Comic Sans MS" panose="030F0702030302020204" charset="0"/>
              <a:ea typeface="Open Sans" panose="020B0606030504020204" pitchFamily="34" charset="0"/>
              <a:cs typeface="Open Sans" panose="020B0606030504020204" pitchFamily="34" charset="0"/>
              <a:sym typeface="+mn-ea"/>
            </a:endParaRPr>
          </a:p>
          <a:p>
            <a:pPr marL="285750" lvl="0" indent="-285750" algn="just" rtl="0">
              <a:lnSpc>
                <a:spcPct val="150000"/>
              </a:lnSpc>
              <a:spcBef>
                <a:spcPts val="0"/>
              </a:spcBef>
              <a:spcAft>
                <a:spcPts val="0"/>
              </a:spcAft>
              <a:buFont typeface="Wingdings" panose="05000000000000000000" charset="0"/>
              <a:buChar char="q"/>
            </a:pPr>
            <a:r>
              <a:rPr lang="en-US" sz="1800" b="0" dirty="0">
                <a:latin typeface="Comic Sans MS" panose="030F0702030302020204" charset="0"/>
                <a:ea typeface="Open Sans" panose="020B0606030504020204" pitchFamily="34" charset="0"/>
                <a:cs typeface="Open Sans" panose="020B0606030504020204" pitchFamily="34" charset="0"/>
                <a:sym typeface="+mn-ea"/>
              </a:rPr>
              <a:t>Phase 5: Installing packages and Frontend Implementation (November)</a:t>
            </a:r>
            <a:endParaRPr lang="en-US" sz="1800" b="0" dirty="0">
              <a:latin typeface="Comic Sans MS" panose="030F0702030302020204" charset="0"/>
              <a:ea typeface="Open Sans" panose="020B0606030504020204" pitchFamily="34" charset="0"/>
              <a:cs typeface="Open Sans" panose="020B0606030504020204" pitchFamily="34" charset="0"/>
              <a:sym typeface="+mn-ea"/>
            </a:endParaRPr>
          </a:p>
          <a:p>
            <a:pPr marL="285750" lvl="0" indent="-285750" algn="just" rtl="0">
              <a:lnSpc>
                <a:spcPct val="150000"/>
              </a:lnSpc>
              <a:spcBef>
                <a:spcPts val="0"/>
              </a:spcBef>
              <a:spcAft>
                <a:spcPts val="0"/>
              </a:spcAft>
              <a:buFont typeface="Wingdings" panose="05000000000000000000" charset="0"/>
              <a:buChar char="q"/>
            </a:pPr>
            <a:r>
              <a:rPr lang="en-US" sz="1800" b="0" dirty="0">
                <a:latin typeface="Comic Sans MS" panose="030F0702030302020204" charset="0"/>
                <a:ea typeface="Open Sans" panose="020B0606030504020204" pitchFamily="34" charset="0"/>
                <a:cs typeface="Open Sans" panose="020B0606030504020204" pitchFamily="34" charset="0"/>
                <a:sym typeface="+mn-ea"/>
              </a:rPr>
              <a:t>Phase 6: Backend Implementation (December)</a:t>
            </a:r>
            <a:endParaRPr lang="en-US" sz="1800" b="0" dirty="0">
              <a:latin typeface="Comic Sans MS" panose="030F0702030302020204" charset="0"/>
              <a:ea typeface="Open Sans" panose="020B0606030504020204" pitchFamily="34" charset="0"/>
              <a:cs typeface="Open Sans" panose="020B0606030504020204" pitchFamily="34" charset="0"/>
              <a:sym typeface="+mn-ea"/>
            </a:endParaRPr>
          </a:p>
          <a:p>
            <a:pPr marL="285750" lvl="0" indent="-285750" algn="just" rtl="0">
              <a:lnSpc>
                <a:spcPct val="150000"/>
              </a:lnSpc>
              <a:spcBef>
                <a:spcPts val="0"/>
              </a:spcBef>
              <a:spcAft>
                <a:spcPts val="0"/>
              </a:spcAft>
              <a:buFont typeface="Wingdings" panose="05000000000000000000" charset="0"/>
              <a:buChar char="q"/>
            </a:pPr>
            <a:r>
              <a:rPr lang="en-US" sz="1800" b="0" dirty="0">
                <a:latin typeface="Comic Sans MS" panose="030F0702030302020204" charset="0"/>
                <a:ea typeface="Open Sans" panose="020B0606030504020204" pitchFamily="34" charset="0"/>
                <a:cs typeface="Open Sans" panose="020B0606030504020204" pitchFamily="34" charset="0"/>
                <a:sym typeface="+mn-ea"/>
              </a:rPr>
              <a:t>Phase 7: Review 2 (January)</a:t>
            </a:r>
            <a:endParaRPr lang="en-US" sz="1800" b="0" dirty="0">
              <a:latin typeface="Comic Sans MS" panose="030F0702030302020204" charset="0"/>
              <a:ea typeface="Open Sans" panose="020B0606030504020204" pitchFamily="34" charset="0"/>
              <a:cs typeface="Open Sans" panose="020B0606030504020204" pitchFamily="34" charset="0"/>
              <a:sym typeface="+mn-ea"/>
            </a:endParaRPr>
          </a:p>
          <a:p>
            <a:pPr marL="285750" lvl="0" indent="-285750" algn="just" rtl="0">
              <a:lnSpc>
                <a:spcPct val="150000"/>
              </a:lnSpc>
              <a:spcBef>
                <a:spcPts val="0"/>
              </a:spcBef>
              <a:spcAft>
                <a:spcPts val="0"/>
              </a:spcAft>
              <a:buFont typeface="Wingdings" panose="05000000000000000000" charset="0"/>
              <a:buChar char="q"/>
            </a:pPr>
            <a:r>
              <a:rPr lang="en-US" sz="1800" b="0" dirty="0">
                <a:latin typeface="Comic Sans MS" panose="030F0702030302020204" charset="0"/>
                <a:ea typeface="Open Sans" panose="020B0606030504020204" pitchFamily="34" charset="0"/>
                <a:cs typeface="Open Sans" panose="020B0606030504020204" pitchFamily="34" charset="0"/>
                <a:sym typeface="+mn-ea"/>
              </a:rPr>
              <a:t>Final Phase: Review 3 (February)</a:t>
            </a:r>
            <a:endParaRPr lang="en-US" sz="1800" b="0" dirty="0">
              <a:latin typeface="Comic Sans MS" panose="030F0702030302020204" charset="0"/>
              <a:ea typeface="Open Sans" panose="020B0606030504020204" pitchFamily="34" charset="0"/>
              <a:cs typeface="Open Sans" panose="020B0606030504020204" pitchFamily="34" charset="0"/>
              <a:sym typeface="+mn-ea"/>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blipFill rotWithShape="1">
          <a:blip r:embed="rId1"/>
          <a:stretch>
            <a:fillRect/>
          </a:stretch>
        </a:blipFill>
        <a:effectLst/>
      </p:bgPr>
    </p:bg>
    <p:spTree>
      <p:nvGrpSpPr>
        <p:cNvPr id="53" name="Shape 53"/>
        <p:cNvGrpSpPr/>
        <p:nvPr/>
      </p:nvGrpSpPr>
      <p:grpSpPr>
        <a:xfrm>
          <a:off x="0" y="0"/>
          <a:ext cx="0" cy="0"/>
          <a:chOff x="0" y="0"/>
          <a:chExt cx="0" cy="0"/>
        </a:xfrm>
      </p:grpSpPr>
      <p:sp>
        <p:nvSpPr>
          <p:cNvPr id="54" name="Google Shape;54;p14"/>
          <p:cNvSpPr txBox="1"/>
          <p:nvPr>
            <p:ph type="title"/>
          </p:nvPr>
        </p:nvSpPr>
        <p:spPr>
          <a:xfrm>
            <a:off x="194310" y="1033145"/>
            <a:ext cx="2332990" cy="1778000"/>
          </a:xfrm>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n-US" b="0" u="sng">
                <a:latin typeface="Algerian" panose="04020705040A02060702"/>
                <a:ea typeface="Algerian" panose="04020705040A02060702"/>
                <a:cs typeface="Algerian" panose="04020705040A02060702"/>
                <a:sym typeface="Algerian" panose="04020705040A02060702"/>
              </a:rPr>
              <a:t>proposed </a:t>
            </a:r>
            <a:br>
              <a:rPr lang="en-US" b="0" u="sng">
                <a:latin typeface="Algerian" panose="04020705040A02060702"/>
                <a:ea typeface="Algerian" panose="04020705040A02060702"/>
                <a:cs typeface="Algerian" panose="04020705040A02060702"/>
                <a:sym typeface="Algerian" panose="04020705040A02060702"/>
              </a:rPr>
            </a:br>
            <a:r>
              <a:rPr lang="en-US" b="0" u="sng">
                <a:latin typeface="Algerian" panose="04020705040A02060702"/>
                <a:ea typeface="Algerian" panose="04020705040A02060702"/>
                <a:cs typeface="Algerian" panose="04020705040A02060702"/>
                <a:sym typeface="Algerian" panose="04020705040A02060702"/>
              </a:rPr>
              <a:t>architecture</a:t>
            </a:r>
            <a:endParaRPr lang="en-US" b="0" u="sng">
              <a:latin typeface="Algerian" panose="04020705040A02060702"/>
              <a:ea typeface="Algerian" panose="04020705040A02060702"/>
              <a:cs typeface="Algerian" panose="04020705040A02060702"/>
              <a:sym typeface="Algerian" panose="04020705040A02060702"/>
            </a:endParaRPr>
          </a:p>
        </p:txBody>
      </p:sp>
      <p:pic>
        <p:nvPicPr>
          <p:cNvPr id="2" name="Picture Placeholder 1" descr="Untitled Diagram2.drawio (1)_page-0001"/>
          <p:cNvPicPr>
            <a:picLocks noChangeAspect="1"/>
          </p:cNvPicPr>
          <p:nvPr>
            <p:ph type="pic" idx="2"/>
          </p:nvPr>
        </p:nvPicPr>
        <p:blipFill>
          <a:blip r:embed="rId2"/>
          <a:stretch>
            <a:fillRect/>
          </a:stretch>
        </p:blipFill>
        <p:spPr>
          <a:xfrm>
            <a:off x="2454275" y="167005"/>
            <a:ext cx="6506210" cy="4887595"/>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blipFill rotWithShape="1">
          <a:blip r:embed="rId1"/>
          <a:stretch>
            <a:fillRect/>
          </a:stretch>
        </a:blipFill>
        <a:effectLst/>
      </p:bgPr>
    </p:bg>
    <p:spTree>
      <p:nvGrpSpPr>
        <p:cNvPr id="53" name="Shape 53"/>
        <p:cNvGrpSpPr/>
        <p:nvPr/>
      </p:nvGrpSpPr>
      <p:grpSpPr>
        <a:xfrm>
          <a:off x="0" y="0"/>
          <a:ext cx="0" cy="0"/>
          <a:chOff x="0" y="0"/>
          <a:chExt cx="0" cy="0"/>
        </a:xfrm>
      </p:grpSpPr>
      <p:sp>
        <p:nvSpPr>
          <p:cNvPr id="54" name="Google Shape;54;p14"/>
          <p:cNvSpPr txBox="1"/>
          <p:nvPr>
            <p:ph type="title"/>
          </p:nvPr>
        </p:nvSpPr>
        <p:spPr>
          <a:xfrm>
            <a:off x="793150" y="212383"/>
            <a:ext cx="6408600" cy="637500"/>
          </a:xfrm>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n-US" altLang="en-GB" sz="3400" u="sng">
                <a:latin typeface="Algerian" panose="04020705040A02060702"/>
                <a:ea typeface="Algerian" panose="04020705040A02060702"/>
                <a:cs typeface="Algerian" panose="04020705040A02060702"/>
                <a:sym typeface="Algerian" panose="04020705040A02060702"/>
              </a:rPr>
              <a:t>technologies </a:t>
            </a:r>
            <a:r>
              <a:rPr lang="en-US" sz="3400" u="sng">
                <a:latin typeface="Algerian" panose="04020705040A02060702"/>
                <a:ea typeface="Algerian" panose="04020705040A02060702"/>
                <a:cs typeface="Algerian" panose="04020705040A02060702"/>
                <a:sym typeface="Algerian" panose="04020705040A02060702"/>
              </a:rPr>
              <a:t>to be used</a:t>
            </a:r>
            <a:endParaRPr lang="en-US" sz="3400" u="sng">
              <a:latin typeface="Algerian" panose="04020705040A02060702"/>
              <a:ea typeface="Algerian" panose="04020705040A02060702"/>
              <a:cs typeface="Algerian" panose="04020705040A02060702"/>
              <a:sym typeface="Algerian" panose="04020705040A02060702"/>
            </a:endParaRPr>
          </a:p>
        </p:txBody>
      </p:sp>
      <p:sp>
        <p:nvSpPr>
          <p:cNvPr id="55" name="Google Shape;55;p14"/>
          <p:cNvSpPr txBox="1"/>
          <p:nvPr>
            <p:ph type="body" idx="1"/>
          </p:nvPr>
        </p:nvSpPr>
        <p:spPr>
          <a:xfrm>
            <a:off x="484505" y="1297305"/>
            <a:ext cx="3804920" cy="3423920"/>
          </a:xfrm>
          <a:prstGeom prst="rect">
            <a:avLst/>
          </a:prstGeom>
        </p:spPr>
        <p:txBody>
          <a:bodyPr spcFirstLastPara="1" wrap="square" lIns="91425" tIns="45700" rIns="91425" bIns="45700" anchor="t" anchorCtr="0">
            <a:noAutofit/>
          </a:bodyPr>
          <a:lstStyle/>
          <a:p>
            <a:pPr algn="l">
              <a:lnSpc>
                <a:spcPct val="150000"/>
              </a:lnSpc>
              <a:buFont typeface="Wingdings" panose="05000000000000000000" charset="0"/>
              <a:buChar char="q"/>
            </a:pPr>
            <a:r>
              <a:rPr lang="en-US" sz="1800" spc="-24" dirty="0">
                <a:solidFill>
                  <a:schemeClr val="bg1"/>
                </a:solidFill>
                <a:latin typeface="Comic Sans MS" panose="030F0702030302020204" charset="0"/>
                <a:ea typeface="Helmet" pitchFamily="50" charset="-128"/>
                <a:cs typeface="Comic Sans MS" panose="030F0702030302020204" charset="0"/>
                <a:sym typeface="+mn-ea"/>
              </a:rPr>
              <a:t>MongoDB                                 </a:t>
            </a:r>
            <a:endParaRPr lang="en-US" sz="1800" dirty="0">
              <a:solidFill>
                <a:schemeClr val="bg1"/>
              </a:solidFill>
              <a:latin typeface="Comic Sans MS" panose="030F0702030302020204" charset="0"/>
              <a:ea typeface="Helmet" pitchFamily="50" charset="-128"/>
              <a:cs typeface="Comic Sans MS" panose="030F0702030302020204" charset="0"/>
            </a:endParaRPr>
          </a:p>
          <a:p>
            <a:pPr algn="l">
              <a:lnSpc>
                <a:spcPct val="150000"/>
              </a:lnSpc>
              <a:buFont typeface="Wingdings" panose="05000000000000000000" charset="0"/>
              <a:buChar char="q"/>
            </a:pPr>
            <a:r>
              <a:rPr lang="en-US" sz="1800" spc="-24" dirty="0">
                <a:solidFill>
                  <a:schemeClr val="bg1"/>
                </a:solidFill>
                <a:latin typeface="Comic Sans MS" panose="030F0702030302020204" charset="0"/>
                <a:ea typeface="Helmet" pitchFamily="50" charset="-128"/>
                <a:cs typeface="Comic Sans MS" panose="030F0702030302020204" charset="0"/>
                <a:sym typeface="+mn-ea"/>
              </a:rPr>
              <a:t>Express.js</a:t>
            </a:r>
            <a:endParaRPr lang="en-US" sz="1800" dirty="0">
              <a:solidFill>
                <a:schemeClr val="bg1"/>
              </a:solidFill>
              <a:latin typeface="Comic Sans MS" panose="030F0702030302020204" charset="0"/>
              <a:ea typeface="Helmet" pitchFamily="50" charset="-128"/>
              <a:cs typeface="Comic Sans MS" panose="030F0702030302020204" charset="0"/>
            </a:endParaRPr>
          </a:p>
          <a:p>
            <a:pPr algn="l">
              <a:lnSpc>
                <a:spcPct val="150000"/>
              </a:lnSpc>
              <a:buFont typeface="Wingdings" panose="05000000000000000000" charset="0"/>
              <a:buChar char="q"/>
            </a:pPr>
            <a:r>
              <a:rPr lang="en-US" sz="1800" spc="-24" dirty="0">
                <a:solidFill>
                  <a:schemeClr val="bg1"/>
                </a:solidFill>
                <a:latin typeface="Comic Sans MS" panose="030F0702030302020204" charset="0"/>
                <a:ea typeface="Helmet" pitchFamily="50" charset="-128"/>
                <a:cs typeface="Comic Sans MS" panose="030F0702030302020204" charset="0"/>
                <a:sym typeface="+mn-ea"/>
              </a:rPr>
              <a:t>React.js</a:t>
            </a:r>
            <a:endParaRPr lang="en-US" sz="1800" dirty="0">
              <a:solidFill>
                <a:schemeClr val="bg1"/>
              </a:solidFill>
              <a:latin typeface="Comic Sans MS" panose="030F0702030302020204" charset="0"/>
              <a:ea typeface="Helmet" pitchFamily="50" charset="-128"/>
              <a:cs typeface="Comic Sans MS" panose="030F0702030302020204" charset="0"/>
            </a:endParaRPr>
          </a:p>
          <a:p>
            <a:pPr algn="l">
              <a:lnSpc>
                <a:spcPct val="150000"/>
              </a:lnSpc>
              <a:buFont typeface="Wingdings" panose="05000000000000000000" charset="0"/>
              <a:buChar char="q"/>
            </a:pPr>
            <a:r>
              <a:rPr lang="en-US" sz="1800" spc="-24" dirty="0">
                <a:solidFill>
                  <a:schemeClr val="bg1"/>
                </a:solidFill>
                <a:latin typeface="Comic Sans MS" panose="030F0702030302020204" charset="0"/>
                <a:ea typeface="Helmet" pitchFamily="50" charset="-128"/>
                <a:cs typeface="Comic Sans MS" panose="030F0702030302020204" charset="0"/>
                <a:sym typeface="+mn-ea"/>
              </a:rPr>
              <a:t>Node.js</a:t>
            </a:r>
            <a:endParaRPr lang="en-US" sz="1800" dirty="0">
              <a:solidFill>
                <a:schemeClr val="bg1"/>
              </a:solidFill>
              <a:latin typeface="Comic Sans MS" panose="030F0702030302020204" charset="0"/>
              <a:ea typeface="Helmet" pitchFamily="50" charset="-128"/>
              <a:cs typeface="Comic Sans MS" panose="030F0702030302020204" charset="0"/>
            </a:endParaRPr>
          </a:p>
          <a:p>
            <a:pPr algn="l">
              <a:lnSpc>
                <a:spcPct val="150000"/>
              </a:lnSpc>
              <a:buFont typeface="Wingdings" panose="05000000000000000000" charset="0"/>
              <a:buChar char="q"/>
            </a:pPr>
            <a:r>
              <a:rPr lang="en-US" sz="1800" spc="-24" dirty="0">
                <a:solidFill>
                  <a:schemeClr val="bg1"/>
                </a:solidFill>
                <a:latin typeface="Comic Sans MS" panose="030F0702030302020204" charset="0"/>
                <a:ea typeface="Helmet" pitchFamily="50" charset="-128"/>
                <a:cs typeface="Comic Sans MS" panose="030F0702030302020204" charset="0"/>
                <a:sym typeface="+mn-ea"/>
              </a:rPr>
              <a:t>Dotenv</a:t>
            </a:r>
            <a:endParaRPr lang="en-US" sz="1800" spc="-24" dirty="0">
              <a:solidFill>
                <a:schemeClr val="bg1"/>
              </a:solidFill>
              <a:latin typeface="Comic Sans MS" panose="030F0702030302020204" charset="0"/>
              <a:ea typeface="Helmet" pitchFamily="50" charset="-128"/>
              <a:cs typeface="Comic Sans MS" panose="030F0702030302020204" charset="0"/>
              <a:sym typeface="+mn-ea"/>
            </a:endParaRPr>
          </a:p>
          <a:p>
            <a:pPr algn="l">
              <a:lnSpc>
                <a:spcPct val="150000"/>
              </a:lnSpc>
              <a:buFont typeface="Wingdings" panose="05000000000000000000" charset="0"/>
              <a:buChar char="q"/>
            </a:pPr>
            <a:r>
              <a:rPr lang="en-US" sz="1800" spc="-24" dirty="0">
                <a:solidFill>
                  <a:schemeClr val="bg1"/>
                </a:solidFill>
                <a:latin typeface="Comic Sans MS" panose="030F0702030302020204" charset="0"/>
                <a:ea typeface="Helmet" pitchFamily="50" charset="-128"/>
                <a:cs typeface="Comic Sans MS" panose="030F0702030302020204" charset="0"/>
                <a:sym typeface="+mn-ea"/>
              </a:rPr>
              <a:t>Bootstrap</a:t>
            </a:r>
            <a:endParaRPr lang="en-US" sz="1800" spc="-24" dirty="0">
              <a:solidFill>
                <a:schemeClr val="bg1"/>
              </a:solidFill>
              <a:latin typeface="Comic Sans MS" panose="030F0702030302020204" charset="0"/>
              <a:ea typeface="Helmet" pitchFamily="50" charset="-128"/>
              <a:cs typeface="Comic Sans MS" panose="030F0702030302020204" charset="0"/>
              <a:sym typeface="+mn-ea"/>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blipFill rotWithShape="1">
          <a:blip r:embed="rId1"/>
          <a:stretch>
            <a:fillRect/>
          </a:stretch>
        </a:blipFill>
        <a:effectLst/>
      </p:bgPr>
    </p:bg>
    <p:spTree>
      <p:nvGrpSpPr>
        <p:cNvPr id="53" name="Shape 53"/>
        <p:cNvGrpSpPr/>
        <p:nvPr/>
      </p:nvGrpSpPr>
      <p:grpSpPr>
        <a:xfrm>
          <a:off x="0" y="0"/>
          <a:ext cx="0" cy="0"/>
          <a:chOff x="0" y="0"/>
          <a:chExt cx="0" cy="0"/>
        </a:xfrm>
      </p:grpSpPr>
      <p:sp>
        <p:nvSpPr>
          <p:cNvPr id="54" name="Google Shape;54;p14"/>
          <p:cNvSpPr txBox="1"/>
          <p:nvPr>
            <p:ph type="title"/>
          </p:nvPr>
        </p:nvSpPr>
        <p:spPr>
          <a:xfrm>
            <a:off x="340995" y="212090"/>
            <a:ext cx="8420100" cy="637540"/>
          </a:xfrm>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n-US" altLang="en-GB" sz="3400" u="sng">
                <a:latin typeface="Algerian" panose="04020705040A02060702"/>
                <a:ea typeface="Algerian" panose="04020705040A02060702"/>
                <a:cs typeface="Algerian" panose="04020705040A02060702"/>
                <a:sym typeface="Algerian" panose="04020705040A02060702"/>
              </a:rPr>
              <a:t>METHODOLOGY</a:t>
            </a:r>
            <a:endParaRPr lang="en-US" sz="3400" u="sng">
              <a:latin typeface="Algerian" panose="04020705040A02060702"/>
              <a:ea typeface="Algerian" panose="04020705040A02060702"/>
              <a:cs typeface="Algerian" panose="04020705040A02060702"/>
              <a:sym typeface="Algerian" panose="04020705040A02060702"/>
            </a:endParaRPr>
          </a:p>
        </p:txBody>
      </p:sp>
      <p:sp>
        <p:nvSpPr>
          <p:cNvPr id="55" name="Google Shape;55;p14"/>
          <p:cNvSpPr txBox="1"/>
          <p:nvPr>
            <p:ph type="body" idx="1"/>
          </p:nvPr>
        </p:nvSpPr>
        <p:spPr>
          <a:xfrm>
            <a:off x="341630" y="1097915"/>
            <a:ext cx="8420100" cy="3836670"/>
          </a:xfrm>
          <a:prstGeom prst="rect">
            <a:avLst/>
          </a:prstGeom>
        </p:spPr>
        <p:txBody>
          <a:bodyPr spcFirstLastPara="1" wrap="square" lIns="91425" tIns="45700" rIns="91425" bIns="45700" anchor="t" anchorCtr="0">
            <a:noAutofit/>
          </a:bodyPr>
          <a:lstStyle/>
          <a:p>
            <a:pPr algn="l">
              <a:lnSpc>
                <a:spcPct val="150000"/>
              </a:lnSpc>
              <a:buFont typeface="Wingdings" panose="05000000000000000000" charset="0"/>
              <a:buChar char="q"/>
            </a:pPr>
            <a:endParaRPr lang="en-US" sz="1800" spc="-24" dirty="0">
              <a:solidFill>
                <a:schemeClr val="bg1"/>
              </a:solidFill>
              <a:latin typeface="Comic Sans MS" panose="030F0702030302020204" charset="0"/>
              <a:ea typeface="Helmet" pitchFamily="50" charset="-128"/>
              <a:cs typeface="Comic Sans MS" panose="030F0702030302020204" charset="0"/>
              <a:sym typeface="+mn-ea"/>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blipFill rotWithShape="1">
          <a:blip r:embed="rId1"/>
          <a:stretch>
            <a:fillRect/>
          </a:stretch>
        </a:blipFill>
        <a:effectLst/>
      </p:bgPr>
    </p:bg>
    <p:spTree>
      <p:nvGrpSpPr>
        <p:cNvPr id="53" name="Shape 53"/>
        <p:cNvGrpSpPr/>
        <p:nvPr/>
      </p:nvGrpSpPr>
      <p:grpSpPr>
        <a:xfrm>
          <a:off x="0" y="0"/>
          <a:ext cx="0" cy="0"/>
          <a:chOff x="0" y="0"/>
          <a:chExt cx="0" cy="0"/>
        </a:xfrm>
      </p:grpSpPr>
      <p:sp>
        <p:nvSpPr>
          <p:cNvPr id="54" name="Google Shape;54;p14"/>
          <p:cNvSpPr txBox="1"/>
          <p:nvPr>
            <p:ph type="title"/>
          </p:nvPr>
        </p:nvSpPr>
        <p:spPr>
          <a:xfrm>
            <a:off x="793150" y="212383"/>
            <a:ext cx="6408600" cy="637500"/>
          </a:xfrm>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n-US" altLang="en-GB" sz="3400" u="sng">
                <a:latin typeface="Algerian" panose="04020705040A02060702"/>
                <a:ea typeface="Algerian" panose="04020705040A02060702"/>
                <a:cs typeface="Algerian" panose="04020705040A02060702"/>
                <a:sym typeface="Algerian" panose="04020705040A02060702"/>
              </a:rPr>
              <a:t>reference links</a:t>
            </a:r>
            <a:r>
              <a:rPr lang="en-GB" sz="3400" u="sng">
                <a:latin typeface="Algerian" panose="04020705040A02060702"/>
                <a:ea typeface="Algerian" panose="04020705040A02060702"/>
                <a:cs typeface="Algerian" panose="04020705040A02060702"/>
                <a:sym typeface="Algerian" panose="04020705040A02060702"/>
              </a:rPr>
              <a:t> </a:t>
            </a:r>
            <a:endParaRPr sz="3400" u="sng">
              <a:latin typeface="Algerian" panose="04020705040A02060702"/>
              <a:ea typeface="Algerian" panose="04020705040A02060702"/>
              <a:cs typeface="Algerian" panose="04020705040A02060702"/>
              <a:sym typeface="Algerian" panose="04020705040A02060702"/>
            </a:endParaRPr>
          </a:p>
        </p:txBody>
      </p:sp>
      <p:sp>
        <p:nvSpPr>
          <p:cNvPr id="55" name="Google Shape;55;p14"/>
          <p:cNvSpPr txBox="1"/>
          <p:nvPr>
            <p:ph type="body" idx="1"/>
          </p:nvPr>
        </p:nvSpPr>
        <p:spPr>
          <a:xfrm>
            <a:off x="484505" y="1719580"/>
            <a:ext cx="8428990" cy="1810385"/>
          </a:xfrm>
          <a:prstGeom prst="rect">
            <a:avLst/>
          </a:prstGeom>
        </p:spPr>
        <p:txBody>
          <a:bodyPr spcFirstLastPara="1" wrap="square" lIns="91425" tIns="45700" rIns="91425" bIns="45700" anchor="t" anchorCtr="0">
            <a:noAutofit/>
          </a:bodyPr>
          <a:lstStyle/>
          <a:p>
            <a:pPr lvl="0" algn="l" rtl="0">
              <a:lnSpc>
                <a:spcPct val="150000"/>
              </a:lnSpc>
              <a:spcBef>
                <a:spcPts val="360"/>
              </a:spcBef>
              <a:spcAft>
                <a:spcPts val="0"/>
              </a:spcAft>
              <a:buSzPts val="1800"/>
              <a:buFont typeface="Wingdings" panose="05000000000000000000" charset="0"/>
              <a:buChar char="q"/>
            </a:pPr>
            <a:r>
              <a:rPr lang="en-US" sz="1800">
                <a:latin typeface="Comic Sans MS" panose="030F0702030302020204" charset="0"/>
                <a:cs typeface="Comic Sans MS" panose="030F0702030302020204" charset="0"/>
              </a:rPr>
              <a:t>Github Repository Link</a:t>
            </a:r>
            <a:endParaRPr lang="en-US" sz="1800">
              <a:latin typeface="Comic Sans MS" panose="030F0702030302020204" charset="0"/>
              <a:cs typeface="Comic Sans MS" panose="030F0702030302020204" charset="0"/>
            </a:endParaRPr>
          </a:p>
          <a:p>
            <a:pPr marL="114300" lvl="0" indent="457200" algn="l" rtl="0">
              <a:lnSpc>
                <a:spcPct val="150000"/>
              </a:lnSpc>
              <a:spcBef>
                <a:spcPts val="360"/>
              </a:spcBef>
              <a:spcAft>
                <a:spcPts val="0"/>
              </a:spcAft>
              <a:buSzPts val="1800"/>
              <a:buFont typeface="Wingdings" panose="05000000000000000000" charset="0"/>
              <a:buNone/>
            </a:pPr>
            <a:r>
              <a:rPr lang="en-US" sz="1800">
                <a:latin typeface="Comic Sans MS" panose="030F0702030302020204" charset="0"/>
                <a:cs typeface="Comic Sans MS" panose="030F0702030302020204" charset="0"/>
              </a:rPr>
              <a:t>https://github.com/Sahithya132002/Final-Year-Project</a:t>
            </a:r>
            <a:endParaRPr lang="en-US" sz="1800">
              <a:latin typeface="Comic Sans MS" panose="030F0702030302020204" charset="0"/>
              <a:cs typeface="Comic Sans MS" panose="030F0702030302020204" charset="0"/>
            </a:endParaRPr>
          </a:p>
          <a:p>
            <a:pPr marL="114300" lvl="0" indent="457200" algn="l" rtl="0">
              <a:lnSpc>
                <a:spcPct val="150000"/>
              </a:lnSpc>
              <a:spcBef>
                <a:spcPts val="360"/>
              </a:spcBef>
              <a:spcAft>
                <a:spcPts val="0"/>
              </a:spcAft>
              <a:buSzPts val="1800"/>
              <a:buFont typeface="Wingdings" panose="05000000000000000000" charset="0"/>
              <a:buNone/>
            </a:pPr>
            <a:endParaRPr lang="en-US" sz="1800" dirty="0">
              <a:solidFill>
                <a:schemeClr val="bg1"/>
              </a:solidFill>
              <a:latin typeface="Comic Sans MS" panose="030F0702030302020204" charset="0"/>
              <a:ea typeface="Calibri" panose="020F0502020204030204"/>
              <a:cs typeface="Comic Sans MS" panose="030F0702030302020204" charset="0"/>
              <a:sym typeface="Calibri" panose="020F0502020204030204"/>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blipFill rotWithShape="1">
          <a:blip r:embed="rId1"/>
          <a:stretch>
            <a:fillRect/>
          </a:stretch>
        </a:blipFill>
        <a:effectLst/>
      </p:bgPr>
    </p:bg>
    <p:spTree>
      <p:nvGrpSpPr>
        <p:cNvPr id="47" name="Shape 47"/>
        <p:cNvGrpSpPr/>
        <p:nvPr/>
      </p:nvGrpSpPr>
      <p:grpSpPr>
        <a:xfrm>
          <a:off x="0" y="0"/>
          <a:ext cx="0" cy="0"/>
          <a:chOff x="0" y="0"/>
          <a:chExt cx="0" cy="0"/>
        </a:xfrm>
      </p:grpSpPr>
      <p:sp>
        <p:nvSpPr>
          <p:cNvPr id="48" name="Google Shape;48;p13"/>
          <p:cNvSpPr txBox="1"/>
          <p:nvPr>
            <p:ph type="ctrTitle"/>
          </p:nvPr>
        </p:nvSpPr>
        <p:spPr>
          <a:xfrm>
            <a:off x="2559685" y="2042795"/>
            <a:ext cx="4024630" cy="1057910"/>
          </a:xfrm>
          <a:prstGeom prst="rect">
            <a:avLst/>
          </a:prstGeom>
        </p:spPr>
        <p:txBody>
          <a:bodyPr spcFirstLastPara="1" wrap="square" lIns="91425" tIns="45700" rIns="91425" bIns="45700" anchor="ctr" anchorCtr="0">
            <a:noAutofit/>
          </a:bodyPr>
          <a:lstStyle/>
          <a:p>
            <a:pPr marL="0" lvl="0" indent="0" algn="ctr" rtl="0">
              <a:spcBef>
                <a:spcPts val="0"/>
              </a:spcBef>
              <a:spcAft>
                <a:spcPts val="0"/>
              </a:spcAft>
              <a:buNone/>
            </a:pPr>
            <a:r>
              <a:rPr lang="en-US" altLang="en-GB" sz="4000" b="0">
                <a:latin typeface="Algerian" panose="04020705040A02060702" charset="0"/>
                <a:ea typeface="Algerian" panose="04020705040A02060702"/>
                <a:cs typeface="Algerian" panose="04020705040A02060702" charset="0"/>
                <a:sym typeface="Algerian" panose="04020705040A02060702"/>
              </a:rPr>
              <a:t>thank you</a:t>
            </a:r>
            <a:r>
              <a:rPr lang="en-GB" sz="4000" b="0">
                <a:latin typeface="Algerian" panose="04020705040A02060702" charset="0"/>
                <a:ea typeface="Algerian" panose="04020705040A02060702"/>
                <a:cs typeface="Algerian" panose="04020705040A02060702" charset="0"/>
                <a:sym typeface="Algerian" panose="04020705040A02060702"/>
              </a:rPr>
              <a:t> </a:t>
            </a:r>
            <a:endParaRPr sz="4000" b="0">
              <a:latin typeface="Algerian" panose="04020705040A02060702" charset="0"/>
              <a:ea typeface="Algerian" panose="04020705040A02060702"/>
              <a:cs typeface="Algerian" panose="04020705040A02060702" charset="0"/>
              <a:sym typeface="Algerian" panose="04020705040A02060702"/>
            </a:endParaRPr>
          </a:p>
        </p:txBody>
      </p:sp>
    </p:spTree>
  </p:cSld>
  <p:clrMapOvr>
    <a:masterClrMapping/>
  </p:clrMapOvr>
</p:sld>
</file>

<file path=ppt/theme/theme1.xml><?xml version="1.0" encoding="utf-8"?>
<a:theme xmlns:a="http://schemas.openxmlformats.org/drawingml/2006/main" name="template">
  <a:themeElements>
    <a:clrScheme name="template 13">
      <a:dk1>
        <a:srgbClr val="4D4D4D"/>
      </a:dk1>
      <a:lt1>
        <a:srgbClr val="FFFFFF"/>
      </a:lt1>
      <a:dk2>
        <a:srgbClr val="000000"/>
      </a:dk2>
      <a:lt2>
        <a:srgbClr val="043000"/>
      </a:lt2>
      <a:accent1>
        <a:srgbClr val="33A900"/>
      </a:accent1>
      <a:accent2>
        <a:srgbClr val="525B56"/>
      </a:accent2>
      <a:accent3>
        <a:srgbClr val="FFFFFF"/>
      </a:accent3>
      <a:accent4>
        <a:srgbClr val="404040"/>
      </a:accent4>
      <a:accent5>
        <a:srgbClr val="ADD1AA"/>
      </a:accent5>
      <a:accent6>
        <a:srgbClr val="49524D"/>
      </a:accent6>
      <a:hlink>
        <a:srgbClr val="747D79"/>
      </a:hlink>
      <a:folHlink>
        <a:srgbClr val="EAEAEA"/>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3777</Words>
  <Application>WPS Presentation</Application>
  <PresentationFormat/>
  <Paragraphs>83</Paragraphs>
  <Slides>14</Slides>
  <Notes>0</Notes>
  <HiddenSlides>0</HiddenSlides>
  <MMClips>0</MMClips>
  <ScaleCrop>false</ScaleCrop>
  <HeadingPairs>
    <vt:vector size="6" baseType="variant">
      <vt:variant>
        <vt:lpstr>已用的字体</vt:lpstr>
      </vt:variant>
      <vt:variant>
        <vt:i4>17</vt:i4>
      </vt:variant>
      <vt:variant>
        <vt:lpstr>主题</vt:lpstr>
      </vt:variant>
      <vt:variant>
        <vt:i4>1</vt:i4>
      </vt:variant>
      <vt:variant>
        <vt:lpstr>幻灯片标题</vt:lpstr>
      </vt:variant>
      <vt:variant>
        <vt:i4>14</vt:i4>
      </vt:variant>
    </vt:vector>
  </HeadingPairs>
  <TitlesOfParts>
    <vt:vector size="32" baseType="lpstr">
      <vt:lpstr>Arial</vt:lpstr>
      <vt:lpstr>SimSun</vt:lpstr>
      <vt:lpstr>Wingdings</vt:lpstr>
      <vt:lpstr>Arial</vt:lpstr>
      <vt:lpstr>Algerian</vt:lpstr>
      <vt:lpstr>Helmet</vt:lpstr>
      <vt:lpstr>Yu Gothic</vt:lpstr>
      <vt:lpstr>Comic Sans MS</vt:lpstr>
      <vt:lpstr>Merriweather</vt:lpstr>
      <vt:lpstr>Cambria Math</vt:lpstr>
      <vt:lpstr>Algerian</vt:lpstr>
      <vt:lpstr>Wingdings</vt:lpstr>
      <vt:lpstr>Open Sans</vt:lpstr>
      <vt:lpstr>Segoe Print</vt:lpstr>
      <vt:lpstr>Calibri</vt:lpstr>
      <vt:lpstr>Microsoft YaHei</vt:lpstr>
      <vt:lpstr>Arial Unicode MS</vt:lpstr>
      <vt:lpstr>template</vt:lpstr>
      <vt:lpstr>HOSPITAL Management System​ USING MERN STACK</vt:lpstr>
      <vt:lpstr>Overview </vt:lpstr>
      <vt:lpstr>introduction </vt:lpstr>
      <vt:lpstr>introduction... </vt:lpstr>
      <vt:lpstr>PowerPoint 演示文稿</vt:lpstr>
      <vt:lpstr>gaps identified</vt:lpstr>
      <vt:lpstr>objectives</vt:lpstr>
      <vt:lpstr>problem statement</vt:lpstr>
      <vt:lpstr>project plan</vt:lpstr>
      <vt:lpstr>proposed  architecture</vt:lpstr>
      <vt:lpstr>technologies to be used</vt:lpstr>
      <vt:lpstr>technologies to be used</vt:lpstr>
      <vt:lpstr>reference links </vt:lpstr>
      <vt:lpstr>thank you </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Odyssey  Learning Management System​ </dc:title>
  <dc:creator/>
  <cp:lastModifiedBy>Bhaskara Sahithya</cp:lastModifiedBy>
  <cp:revision>30</cp:revision>
  <dcterms:created xsi:type="dcterms:W3CDTF">2023-10-17T15:33:00Z</dcterms:created>
  <dcterms:modified xsi:type="dcterms:W3CDTF">2025-01-24T12:45:50Z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0E299FB02BB04EFEADDFC2255BBFB933_13</vt:lpwstr>
  </property>
  <property fmtid="{D5CDD505-2E9C-101B-9397-08002B2CF9AE}" pid="3" name="KSOProductBuildVer">
    <vt:lpwstr>1033-12.2.0.19805</vt:lpwstr>
  </property>
  <property fmtid="{D5CDD505-2E9C-101B-9397-08002B2CF9AE}" pid="4" name="NXPowerLiteLastOptimized">
    <vt:lpwstr>533438</vt:lpwstr>
  </property>
  <property fmtid="{D5CDD505-2E9C-101B-9397-08002B2CF9AE}" pid="5" name="NXPowerLiteSettings">
    <vt:lpwstr>F7000400038000</vt:lpwstr>
  </property>
  <property fmtid="{D5CDD505-2E9C-101B-9397-08002B2CF9AE}" pid="6" name="NXPowerLiteVersion">
    <vt:lpwstr>S10.0.0</vt:lpwstr>
  </property>
</Properties>
</file>